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37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4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38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47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48.xml"/>
  <Override ContentType="application/vnd.openxmlformats-officedocument.presentationml.slideLayout+xml" PartName="/ppt/slideLayouts/slideLayout4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41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40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42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43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39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50.xml"/>
  <Override ContentType="application/vnd.openxmlformats-officedocument.presentationml.slideLayout+xml" PartName="/ppt/slideLayouts/slideLayout4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45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98" r:id="rId5"/>
    <p:sldMasterId id="2147483699" r:id="rId6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</p:sldIdLst>
  <p:sldSz cy="5143500" cx="9144000"/>
  <p:notesSz cx="6858000" cy="9144000"/>
  <p:embeddedFontLst>
    <p:embeddedFont>
      <p:font typeface="Urbanist Medium"/>
      <p:regular r:id="rId23"/>
      <p:bold r:id="rId24"/>
      <p:italic r:id="rId25"/>
      <p:boldItalic r:id="rId26"/>
    </p:embeddedFont>
    <p:embeddedFont>
      <p:font typeface="Urbanist SemiBold"/>
      <p:regular r:id="rId27"/>
      <p:bold r:id="rId28"/>
      <p:italic r:id="rId29"/>
      <p:boldItalic r:id="rId30"/>
    </p:embeddedFont>
    <p:embeddedFont>
      <p:font typeface="Urbanist"/>
      <p:regular r:id="rId31"/>
      <p:bold r:id="rId32"/>
      <p:italic r:id="rId33"/>
      <p:boldItalic r:id="rId3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E8A47B32-13E9-4473-BAB1-366DE7AB7681}">
  <a:tblStyle styleId="{E8A47B32-13E9-4473-BAB1-366DE7AB7681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3.xml"/><Relationship Id="rId22" Type="http://schemas.openxmlformats.org/officeDocument/2006/relationships/slide" Target="slides/slide15.xml"/><Relationship Id="rId21" Type="http://schemas.openxmlformats.org/officeDocument/2006/relationships/slide" Target="slides/slide14.xml"/><Relationship Id="rId24" Type="http://schemas.openxmlformats.org/officeDocument/2006/relationships/font" Target="fonts/UrbanistMedium-bold.fntdata"/><Relationship Id="rId23" Type="http://schemas.openxmlformats.org/officeDocument/2006/relationships/font" Target="fonts/UrbanistMedium-regular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2.xml"/><Relationship Id="rId26" Type="http://schemas.openxmlformats.org/officeDocument/2006/relationships/font" Target="fonts/UrbanistMedium-boldItalic.fntdata"/><Relationship Id="rId25" Type="http://schemas.openxmlformats.org/officeDocument/2006/relationships/font" Target="fonts/UrbanistMedium-italic.fntdata"/><Relationship Id="rId28" Type="http://schemas.openxmlformats.org/officeDocument/2006/relationships/font" Target="fonts/UrbanistSemiBold-bold.fntdata"/><Relationship Id="rId27" Type="http://schemas.openxmlformats.org/officeDocument/2006/relationships/font" Target="fonts/UrbanistSemiBold-regular.fntdata"/><Relationship Id="rId5" Type="http://schemas.openxmlformats.org/officeDocument/2006/relationships/slideMaster" Target="slideMasters/slideMaster1.xml"/><Relationship Id="rId6" Type="http://schemas.openxmlformats.org/officeDocument/2006/relationships/slideMaster" Target="slideMasters/slideMaster2.xml"/><Relationship Id="rId29" Type="http://schemas.openxmlformats.org/officeDocument/2006/relationships/font" Target="fonts/UrbanistSemiBold-italic.fntdata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31" Type="http://schemas.openxmlformats.org/officeDocument/2006/relationships/font" Target="fonts/Urbanist-regular.fntdata"/><Relationship Id="rId30" Type="http://schemas.openxmlformats.org/officeDocument/2006/relationships/font" Target="fonts/UrbanistSemiBold-boldItalic.fntdata"/><Relationship Id="rId11" Type="http://schemas.openxmlformats.org/officeDocument/2006/relationships/slide" Target="slides/slide4.xml"/><Relationship Id="rId33" Type="http://schemas.openxmlformats.org/officeDocument/2006/relationships/font" Target="fonts/Urbanist-italic.fntdata"/><Relationship Id="rId10" Type="http://schemas.openxmlformats.org/officeDocument/2006/relationships/slide" Target="slides/slide3.xml"/><Relationship Id="rId32" Type="http://schemas.openxmlformats.org/officeDocument/2006/relationships/font" Target="fonts/Urbanist-bold.fntdata"/><Relationship Id="rId13" Type="http://schemas.openxmlformats.org/officeDocument/2006/relationships/slide" Target="slides/slide6.xml"/><Relationship Id="rId12" Type="http://schemas.openxmlformats.org/officeDocument/2006/relationships/slide" Target="slides/slide5.xml"/><Relationship Id="rId34" Type="http://schemas.openxmlformats.org/officeDocument/2006/relationships/font" Target="fonts/Urbanist-boldItalic.fntdata"/><Relationship Id="rId15" Type="http://schemas.openxmlformats.org/officeDocument/2006/relationships/slide" Target="slides/slide8.xml"/><Relationship Id="rId14" Type="http://schemas.openxmlformats.org/officeDocument/2006/relationships/slide" Target="slides/slide7.xml"/><Relationship Id="rId17" Type="http://schemas.openxmlformats.org/officeDocument/2006/relationships/slide" Target="slides/slide10.xml"/><Relationship Id="rId16" Type="http://schemas.openxmlformats.org/officeDocument/2006/relationships/slide" Target="slides/slide9.xml"/><Relationship Id="rId19" Type="http://schemas.openxmlformats.org/officeDocument/2006/relationships/slide" Target="slides/slide12.xml"/><Relationship Id="rId18" Type="http://schemas.openxmlformats.org/officeDocument/2006/relationships/slide" Target="slides/slide11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8" name="Shape 4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9" name="Google Shape;479;g3aa44de2c8b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0" name="Google Shape;480;g3aa44de2c8b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8" name="Shape 4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9" name="Google Shape;499;g3aa44de2c8b_0_60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00" name="Google Shape;500;g3aa44de2c8b_0_60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3" name="Shape 5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4" name="Google Shape;514;g3aa44de2c8b_0_58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15" name="Google Shape;515;g3aa44de2c8b_0_58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9" name="Shape 5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0" name="Google Shape;530;g3aa44de2c8b_0_5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1" name="Google Shape;531;g3aa44de2c8b_0_5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7" name="Shape 5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8" name="Google Shape;548;g3aa44de2c8b_0_54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9" name="Google Shape;549;g3aa44de2c8b_0_5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8" name="Shape 5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9" name="Google Shape;579;g3aa44de2c8b_0_90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0" name="Google Shape;580;g3aa44de2c8b_0_90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3" name="Shape 6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" name="Google Shape;624;g3aa44de2c8b_0_98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5" name="Google Shape;625;g3aa44de2c8b_0_98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3" name="Shape 6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" name="Google Shape;634;g3aa52490a60_0_7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5" name="Google Shape;635;g3aa52490a60_0_7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4" name="Shape 6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" name="Google Shape;645;g3aa91281d3d_0_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6" name="Google Shape;646;g3aa91281d3d_0_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4" name="Shape 6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" name="Google Shape;655;g3aa91281d3d_0_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6" name="Google Shape;656;g3aa91281d3d_0_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4" name="Shape 6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" name="Google Shape;665;g3aa44de2c8b_0_97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6" name="Google Shape;666;g3aa44de2c8b_0_97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4" name="Shape 6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" name="Google Shape;675;g3aa44de2c8b_0_6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6" name="Google Shape;676;g3aa44de2c8b_0_6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5" name="Shape 7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6" name="Google Shape;726;g3aa44de2c8b_0_6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7" name="Google Shape;727;g3aa44de2c8b_0_6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1" name="Shape 7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2" name="Google Shape;762;g3aa52490a60_0_9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3" name="Google Shape;763;g3aa52490a60_0_9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2" name="Shape 7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3" name="Google Shape;773;g3aa44de2c8b_0_95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4" name="Google Shape;774;g3aa44de2c8b_0_9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4.jpg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 ALT 1">
  <p:cSld name="BLANK_4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5" name="Google Shape;55;p14"/>
          <p:cNvPicPr preferRelativeResize="0"/>
          <p:nvPr/>
        </p:nvPicPr>
        <p:blipFill rotWithShape="1">
          <a:blip r:embed="rId2">
            <a:alphaModFix amt="50000"/>
          </a:blip>
          <a:srcRect b="8145" l="3133" r="7834" t="16785"/>
          <a:stretch/>
        </p:blipFill>
        <p:spPr>
          <a:xfrm flipH="1" rot="10800000">
            <a:off x="0" y="-3474"/>
            <a:ext cx="9161550" cy="5154499"/>
          </a:xfrm>
          <a:prstGeom prst="rect">
            <a:avLst/>
          </a:prstGeom>
          <a:noFill/>
          <a:ln>
            <a:noFill/>
          </a:ln>
        </p:spPr>
      </p:pic>
      <p:sp>
        <p:nvSpPr>
          <p:cNvPr id="56" name="Google Shape;56;p14"/>
          <p:cNvSpPr/>
          <p:nvPr/>
        </p:nvSpPr>
        <p:spPr>
          <a:xfrm flipH="1" rot="10800000">
            <a:off x="0" y="4676700"/>
            <a:ext cx="9149700" cy="466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57" name="Google Shape;57;p14"/>
          <p:cNvSpPr txBox="1"/>
          <p:nvPr>
            <p:ph idx="1" type="subTitle"/>
          </p:nvPr>
        </p:nvSpPr>
        <p:spPr>
          <a:xfrm>
            <a:off x="228600" y="1738950"/>
            <a:ext cx="4402800" cy="252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Urbanist"/>
              <a:buNone/>
              <a:defRPr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58" name="Google Shape;58;p14"/>
          <p:cNvSpPr txBox="1"/>
          <p:nvPr>
            <p:ph idx="2" type="subTitle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59" name="Google Shape;59;p14"/>
          <p:cNvSpPr txBox="1"/>
          <p:nvPr>
            <p:ph idx="3" type="subTitle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60" name="Google Shape;60;p14"/>
          <p:cNvSpPr txBox="1"/>
          <p:nvPr>
            <p:ph idx="4" type="subTitle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61" name="Google Shape;61;p14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62" name="Google Shape;62;p14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63" name="Google Shape;63;p14"/>
          <p:cNvSpPr txBox="1"/>
          <p:nvPr>
            <p:ph type="title"/>
          </p:nvPr>
        </p:nvSpPr>
        <p:spPr>
          <a:xfrm>
            <a:off x="228600" y="228600"/>
            <a:ext cx="6658800" cy="1419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9pPr>
          </a:lstStyle>
          <a:p/>
        </p:txBody>
      </p:sp>
      <p:cxnSp>
        <p:nvCxnSpPr>
          <p:cNvPr id="64" name="Google Shape;64;p14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65" name="Google Shape;65;p14"/>
          <p:cNvSpPr txBox="1"/>
          <p:nvPr>
            <p:ph idx="5" type="subTitle"/>
          </p:nvPr>
        </p:nvSpPr>
        <p:spPr>
          <a:xfrm>
            <a:off x="297075" y="4175900"/>
            <a:ext cx="1264800" cy="2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66" name="Google Shape;66;p14"/>
          <p:cNvSpPr txBox="1"/>
          <p:nvPr>
            <p:ph idx="6" type="subTitle"/>
          </p:nvPr>
        </p:nvSpPr>
        <p:spPr>
          <a:xfrm>
            <a:off x="1786375" y="4175900"/>
            <a:ext cx="1264800" cy="2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67" name="Google Shape;67;p14"/>
          <p:cNvSpPr txBox="1"/>
          <p:nvPr>
            <p:ph idx="7" type="subTitle"/>
          </p:nvPr>
        </p:nvSpPr>
        <p:spPr>
          <a:xfrm>
            <a:off x="228591" y="3454475"/>
            <a:ext cx="4659600" cy="2520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b="1" sz="12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 b="1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 b="1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 b="1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 b="1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 b="1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 b="1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 b="1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 b="1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68" name="Google Shape;68;p14"/>
          <p:cNvSpPr txBox="1"/>
          <p:nvPr>
            <p:ph idx="8" type="subTitle"/>
          </p:nvPr>
        </p:nvSpPr>
        <p:spPr>
          <a:xfrm>
            <a:off x="228591" y="3743050"/>
            <a:ext cx="4659600" cy="2520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b="1" sz="12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 b="1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 b="1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 b="1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 b="1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 b="1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 b="1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 b="1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 b="1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2805">
          <p15:clr>
            <a:srgbClr val="E46962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 ALT 1">
  <p:cSld name="BLANK_1_1_2"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5"/>
          <p:cNvSpPr txBox="1"/>
          <p:nvPr>
            <p:ph type="title"/>
          </p:nvPr>
        </p:nvSpPr>
        <p:spPr>
          <a:xfrm>
            <a:off x="228600" y="395043"/>
            <a:ext cx="6480300" cy="5877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9pPr>
          </a:lstStyle>
          <a:p/>
        </p:txBody>
      </p:sp>
      <p:sp>
        <p:nvSpPr>
          <p:cNvPr id="71" name="Google Shape;71;p15"/>
          <p:cNvSpPr txBox="1"/>
          <p:nvPr>
            <p:ph idx="1" type="body"/>
          </p:nvPr>
        </p:nvSpPr>
        <p:spPr>
          <a:xfrm>
            <a:off x="228600" y="1743625"/>
            <a:ext cx="4296600" cy="2709000"/>
          </a:xfrm>
          <a:prstGeom prst="rect">
            <a:avLst/>
          </a:prstGeom>
        </p:spPr>
        <p:txBody>
          <a:bodyPr anchorCtr="0" anchor="b" bIns="91425" lIns="0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72" name="Google Shape;72;p15"/>
          <p:cNvSpPr txBox="1"/>
          <p:nvPr>
            <p:ph idx="2" type="subTitle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73" name="Google Shape;73;p15"/>
          <p:cNvSpPr txBox="1"/>
          <p:nvPr>
            <p:ph idx="3" type="subTitle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74" name="Google Shape;74;p15"/>
          <p:cNvSpPr txBox="1"/>
          <p:nvPr>
            <p:ph idx="4" type="subTitle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75" name="Google Shape;75;p15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76" name="Google Shape;76;p15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cxnSp>
        <p:nvCxnSpPr>
          <p:cNvPr id="77" name="Google Shape;77;p15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  <p:extLst>
    <p:ext uri="{DCECCB84-F9BA-43D5-87BE-67443E8EF086}">
      <p15:sldGuideLst>
        <p15:guide id="1" orient="horz" pos="2805">
          <p15:clr>
            <a:srgbClr val="E46962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ur values">
  <p:cSld name="BLANK_1_1_1_1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6"/>
          <p:cNvSpPr txBox="1"/>
          <p:nvPr>
            <p:ph idx="1" type="subTitle"/>
          </p:nvPr>
        </p:nvSpPr>
        <p:spPr>
          <a:xfrm>
            <a:off x="228600" y="228600"/>
            <a:ext cx="2920800" cy="2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80" name="Google Shape;80;p16"/>
          <p:cNvSpPr txBox="1"/>
          <p:nvPr>
            <p:ph type="title"/>
          </p:nvPr>
        </p:nvSpPr>
        <p:spPr>
          <a:xfrm>
            <a:off x="228600" y="613525"/>
            <a:ext cx="7223400" cy="4221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sp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dk2"/>
                </a:solidFill>
              </a:defRPr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dk2"/>
                </a:solidFill>
              </a:defRPr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dk2"/>
                </a:solidFill>
              </a:defRPr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dk2"/>
                </a:solidFill>
              </a:defRPr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dk2"/>
                </a:solidFill>
              </a:defRPr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dk2"/>
                </a:solidFill>
              </a:defRPr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dk2"/>
                </a:solidFill>
              </a:defRPr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dk2"/>
                </a:solidFill>
              </a:defRPr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1" name="Google Shape;81;p16"/>
          <p:cNvSpPr txBox="1"/>
          <p:nvPr>
            <p:ph idx="2" type="subTitle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82" name="Google Shape;82;p16"/>
          <p:cNvSpPr txBox="1"/>
          <p:nvPr>
            <p:ph idx="3" type="subTitle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83" name="Google Shape;83;p16"/>
          <p:cNvSpPr txBox="1"/>
          <p:nvPr>
            <p:ph idx="4" type="subTitle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84" name="Google Shape;84;p16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85" name="Google Shape;85;p16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cxnSp>
        <p:nvCxnSpPr>
          <p:cNvPr id="86" name="Google Shape;86;p16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87" name="Google Shape;87;p16"/>
          <p:cNvSpPr txBox="1"/>
          <p:nvPr>
            <p:ph idx="5" type="subTitle"/>
          </p:nvPr>
        </p:nvSpPr>
        <p:spPr>
          <a:xfrm>
            <a:off x="254625" y="1638300"/>
            <a:ext cx="1128900" cy="1188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88" name="Google Shape;88;p16"/>
          <p:cNvSpPr txBox="1"/>
          <p:nvPr>
            <p:ph idx="6" type="subTitle"/>
          </p:nvPr>
        </p:nvSpPr>
        <p:spPr>
          <a:xfrm>
            <a:off x="3275850" y="1638300"/>
            <a:ext cx="1128900" cy="1188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89" name="Google Shape;89;p16"/>
          <p:cNvSpPr txBox="1"/>
          <p:nvPr>
            <p:ph idx="7" type="subTitle"/>
          </p:nvPr>
        </p:nvSpPr>
        <p:spPr>
          <a:xfrm>
            <a:off x="6215463" y="1638300"/>
            <a:ext cx="1128900" cy="1188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90" name="Google Shape;90;p16"/>
          <p:cNvSpPr txBox="1"/>
          <p:nvPr>
            <p:ph idx="8" type="body"/>
          </p:nvPr>
        </p:nvSpPr>
        <p:spPr>
          <a:xfrm>
            <a:off x="288575" y="3386400"/>
            <a:ext cx="2665200" cy="1188300"/>
          </a:xfrm>
          <a:prstGeom prst="rect">
            <a:avLst/>
          </a:prstGeom>
        </p:spPr>
        <p:txBody>
          <a:bodyPr anchorCtr="0" anchor="b" bIns="91425" lIns="0" spcFirstLastPara="1" rIns="91425" wrap="square" tIns="0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■"/>
              <a:defRPr/>
            </a:lvl9pPr>
          </a:lstStyle>
          <a:p/>
        </p:txBody>
      </p:sp>
      <p:sp>
        <p:nvSpPr>
          <p:cNvPr id="91" name="Google Shape;91;p16"/>
          <p:cNvSpPr txBox="1"/>
          <p:nvPr>
            <p:ph idx="9" type="body"/>
          </p:nvPr>
        </p:nvSpPr>
        <p:spPr>
          <a:xfrm>
            <a:off x="6121413" y="3386400"/>
            <a:ext cx="2665200" cy="1188300"/>
          </a:xfrm>
          <a:prstGeom prst="rect">
            <a:avLst/>
          </a:prstGeom>
        </p:spPr>
        <p:txBody>
          <a:bodyPr anchorCtr="0" anchor="b" bIns="91425" lIns="0" spcFirstLastPara="1" rIns="91425" wrap="square" tIns="0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■"/>
              <a:defRPr/>
            </a:lvl9pPr>
          </a:lstStyle>
          <a:p/>
        </p:txBody>
      </p:sp>
      <p:sp>
        <p:nvSpPr>
          <p:cNvPr id="92" name="Google Shape;92;p16"/>
          <p:cNvSpPr txBox="1"/>
          <p:nvPr>
            <p:ph idx="13" type="body"/>
          </p:nvPr>
        </p:nvSpPr>
        <p:spPr>
          <a:xfrm>
            <a:off x="3192450" y="3386400"/>
            <a:ext cx="2665200" cy="1188300"/>
          </a:xfrm>
          <a:prstGeom prst="rect">
            <a:avLst/>
          </a:prstGeom>
        </p:spPr>
        <p:txBody>
          <a:bodyPr anchorCtr="0" anchor="b" bIns="91425" lIns="0" spcFirstLastPara="1" rIns="91425" wrap="square" tIns="0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2805">
          <p15:clr>
            <a:srgbClr val="E46962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 and image ALT 2">
  <p:cSld name="CUSTOM_3"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7"/>
          <p:cNvSpPr/>
          <p:nvPr>
            <p:ph idx="2" type="pic"/>
          </p:nvPr>
        </p:nvSpPr>
        <p:spPr>
          <a:xfrm>
            <a:off x="246150" y="237650"/>
            <a:ext cx="4196400" cy="4438200"/>
          </a:xfrm>
          <a:prstGeom prst="rect">
            <a:avLst/>
          </a:prstGeom>
          <a:noFill/>
          <a:ln>
            <a:noFill/>
          </a:ln>
        </p:spPr>
      </p:sp>
      <p:sp>
        <p:nvSpPr>
          <p:cNvPr id="95" name="Google Shape;95;p17"/>
          <p:cNvSpPr txBox="1"/>
          <p:nvPr>
            <p:ph type="title"/>
          </p:nvPr>
        </p:nvSpPr>
        <p:spPr>
          <a:xfrm>
            <a:off x="4591800" y="304700"/>
            <a:ext cx="3861900" cy="1920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>
                <a:latin typeface="Urbanist"/>
                <a:ea typeface="Urbanist"/>
                <a:cs typeface="Urbanist"/>
                <a:sym typeface="Urbanis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9pPr>
          </a:lstStyle>
          <a:p/>
        </p:txBody>
      </p:sp>
      <p:sp>
        <p:nvSpPr>
          <p:cNvPr id="96" name="Google Shape;96;p17"/>
          <p:cNvSpPr txBox="1"/>
          <p:nvPr>
            <p:ph idx="3" type="title"/>
          </p:nvPr>
        </p:nvSpPr>
        <p:spPr>
          <a:xfrm>
            <a:off x="4591800" y="738425"/>
            <a:ext cx="4290000" cy="20514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34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9pPr>
          </a:lstStyle>
          <a:p/>
        </p:txBody>
      </p:sp>
      <p:sp>
        <p:nvSpPr>
          <p:cNvPr id="97" name="Google Shape;97;p17"/>
          <p:cNvSpPr txBox="1"/>
          <p:nvPr>
            <p:ph idx="1" type="body"/>
          </p:nvPr>
        </p:nvSpPr>
        <p:spPr>
          <a:xfrm>
            <a:off x="4618950" y="2205375"/>
            <a:ext cx="4290000" cy="1629600"/>
          </a:xfrm>
          <a:prstGeom prst="rect">
            <a:avLst/>
          </a:prstGeom>
        </p:spPr>
        <p:txBody>
          <a:bodyPr anchorCtr="0" anchor="b" bIns="91425" lIns="0" spcFirstLastPara="1" rIns="91425" wrap="square" tIns="0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■"/>
              <a:defRPr/>
            </a:lvl9pPr>
          </a:lstStyle>
          <a:p/>
        </p:txBody>
      </p:sp>
      <p:sp>
        <p:nvSpPr>
          <p:cNvPr id="98" name="Google Shape;98;p17"/>
          <p:cNvSpPr txBox="1"/>
          <p:nvPr>
            <p:ph idx="4" type="subTitle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99" name="Google Shape;99;p17"/>
          <p:cNvSpPr txBox="1"/>
          <p:nvPr>
            <p:ph idx="5" type="subTitle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100" name="Google Shape;100;p17"/>
          <p:cNvSpPr txBox="1"/>
          <p:nvPr>
            <p:ph idx="6" type="subTitle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101" name="Google Shape;101;p17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02" name="Google Shape;102;p17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cxnSp>
        <p:nvCxnSpPr>
          <p:cNvPr id="103" name="Google Shape;103;p17"/>
          <p:cNvCxnSpPr/>
          <p:nvPr/>
        </p:nvCxnSpPr>
        <p:spPr>
          <a:xfrm>
            <a:off x="228600" y="226100"/>
            <a:ext cx="8687100" cy="0"/>
          </a:xfrm>
          <a:prstGeom prst="straightConnector1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4" name="Google Shape;104;p17"/>
          <p:cNvCxnSpPr/>
          <p:nvPr/>
        </p:nvCxnSpPr>
        <p:spPr>
          <a:xfrm>
            <a:off x="4444600" y="570000"/>
            <a:ext cx="4470900" cy="0"/>
          </a:xfrm>
          <a:prstGeom prst="straightConnector1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5" name="Google Shape;105;p17"/>
          <p:cNvCxnSpPr/>
          <p:nvPr/>
        </p:nvCxnSpPr>
        <p:spPr>
          <a:xfrm>
            <a:off x="4442500" y="226100"/>
            <a:ext cx="0" cy="4457700"/>
          </a:xfrm>
          <a:prstGeom prst="straightConnector1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6" name="Google Shape;106;p17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ody and image ALT 1">
  <p:cSld name="BLANK_1_1_1_1_3"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18"/>
          <p:cNvSpPr txBox="1"/>
          <p:nvPr>
            <p:ph type="title"/>
          </p:nvPr>
        </p:nvSpPr>
        <p:spPr>
          <a:xfrm>
            <a:off x="228600" y="613525"/>
            <a:ext cx="3904500" cy="11628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sp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400">
                <a:solidFill>
                  <a:schemeClr val="dk2"/>
                </a:solidFill>
              </a:defRPr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109" name="Google Shape;109;p18"/>
          <p:cNvSpPr/>
          <p:nvPr>
            <p:ph idx="2" type="pic"/>
          </p:nvPr>
        </p:nvSpPr>
        <p:spPr>
          <a:xfrm>
            <a:off x="4523050" y="737975"/>
            <a:ext cx="2164800" cy="1350300"/>
          </a:xfrm>
          <a:prstGeom prst="roundRect">
            <a:avLst>
              <a:gd fmla="val 7802" name="adj"/>
            </a:avLst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0" name="Google Shape;110;p18"/>
          <p:cNvSpPr/>
          <p:nvPr>
            <p:ph idx="3" type="pic"/>
          </p:nvPr>
        </p:nvSpPr>
        <p:spPr>
          <a:xfrm>
            <a:off x="6752100" y="737775"/>
            <a:ext cx="2164800" cy="1350300"/>
          </a:xfrm>
          <a:prstGeom prst="roundRect">
            <a:avLst>
              <a:gd fmla="val 7802" name="adj"/>
            </a:avLst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1" name="Google Shape;111;p18"/>
          <p:cNvSpPr/>
          <p:nvPr>
            <p:ph idx="4" type="pic"/>
          </p:nvPr>
        </p:nvSpPr>
        <p:spPr>
          <a:xfrm>
            <a:off x="4523050" y="2158000"/>
            <a:ext cx="4394100" cy="2282700"/>
          </a:xfrm>
          <a:prstGeom prst="roundRect">
            <a:avLst>
              <a:gd fmla="val 6108" name="adj"/>
            </a:avLst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2" name="Google Shape;112;p18"/>
          <p:cNvSpPr txBox="1"/>
          <p:nvPr>
            <p:ph idx="1" type="body"/>
          </p:nvPr>
        </p:nvSpPr>
        <p:spPr>
          <a:xfrm>
            <a:off x="233850" y="3127075"/>
            <a:ext cx="2920800" cy="1313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9pPr>
          </a:lstStyle>
          <a:p/>
        </p:txBody>
      </p:sp>
      <p:sp>
        <p:nvSpPr>
          <p:cNvPr id="113" name="Google Shape;113;p18"/>
          <p:cNvSpPr txBox="1"/>
          <p:nvPr>
            <p:ph idx="5" type="subTitle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114" name="Google Shape;114;p18"/>
          <p:cNvSpPr txBox="1"/>
          <p:nvPr>
            <p:ph idx="6" type="subTitle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115" name="Google Shape;115;p18"/>
          <p:cNvSpPr txBox="1"/>
          <p:nvPr>
            <p:ph idx="7" type="subTitle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116" name="Google Shape;116;p18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17" name="Google Shape;117;p18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18" name="Google Shape;118;p18"/>
          <p:cNvSpPr txBox="1"/>
          <p:nvPr>
            <p:ph idx="8" type="subTitle"/>
          </p:nvPr>
        </p:nvSpPr>
        <p:spPr>
          <a:xfrm>
            <a:off x="228600" y="228600"/>
            <a:ext cx="2920800" cy="2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cxnSp>
        <p:nvCxnSpPr>
          <p:cNvPr id="119" name="Google Shape;119;p18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  <p:extLst>
    <p:ext uri="{DCECCB84-F9BA-43D5-87BE-67443E8EF086}">
      <p15:sldGuideLst>
        <p15:guide id="1" orient="horz" pos="2805">
          <p15:clr>
            <a:srgbClr val="E46962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 ALT 1">
  <p:cSld name="BLANK_1_1_1_1_2"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1" name="Google Shape;121;p19"/>
          <p:cNvPicPr preferRelativeResize="0"/>
          <p:nvPr/>
        </p:nvPicPr>
        <p:blipFill rotWithShape="1">
          <a:blip r:embed="rId2">
            <a:alphaModFix amt="60000"/>
          </a:blip>
          <a:srcRect b="14588" l="0" r="15469" t="0"/>
          <a:stretch/>
        </p:blipFill>
        <p:spPr>
          <a:xfrm>
            <a:off x="25" y="1172500"/>
            <a:ext cx="5181349" cy="3493250"/>
          </a:xfrm>
          <a:prstGeom prst="rect">
            <a:avLst/>
          </a:prstGeom>
          <a:noFill/>
          <a:ln>
            <a:noFill/>
          </a:ln>
        </p:spPr>
      </p:pic>
      <p:sp>
        <p:nvSpPr>
          <p:cNvPr id="122" name="Google Shape;122;p19"/>
          <p:cNvSpPr txBox="1"/>
          <p:nvPr>
            <p:ph idx="1" type="subTitle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123" name="Google Shape;123;p19"/>
          <p:cNvSpPr txBox="1"/>
          <p:nvPr>
            <p:ph idx="2" type="subTitle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124" name="Google Shape;124;p19"/>
          <p:cNvSpPr txBox="1"/>
          <p:nvPr>
            <p:ph idx="3" type="subTitle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125" name="Google Shape;125;p19"/>
          <p:cNvSpPr txBox="1"/>
          <p:nvPr>
            <p:ph type="title"/>
          </p:nvPr>
        </p:nvSpPr>
        <p:spPr>
          <a:xfrm>
            <a:off x="277500" y="228600"/>
            <a:ext cx="3904500" cy="11628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sp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400">
                <a:solidFill>
                  <a:schemeClr val="dk2"/>
                </a:solidFill>
              </a:defRPr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9pPr>
          </a:lstStyle>
          <a:p/>
        </p:txBody>
      </p:sp>
      <p:cxnSp>
        <p:nvCxnSpPr>
          <p:cNvPr id="126" name="Google Shape;126;p19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27" name="Google Shape;127;p19"/>
          <p:cNvSpPr txBox="1"/>
          <p:nvPr>
            <p:ph idx="4" type="subTitle"/>
          </p:nvPr>
        </p:nvSpPr>
        <p:spPr>
          <a:xfrm>
            <a:off x="4744575" y="387150"/>
            <a:ext cx="322500" cy="28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Urbanist"/>
              <a:buNone/>
              <a:defRPr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128" name="Google Shape;128;p19"/>
          <p:cNvSpPr txBox="1"/>
          <p:nvPr>
            <p:ph idx="5" type="subTitle"/>
          </p:nvPr>
        </p:nvSpPr>
        <p:spPr>
          <a:xfrm>
            <a:off x="4744575" y="1066588"/>
            <a:ext cx="322500" cy="28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Urbanist"/>
              <a:buNone/>
              <a:defRPr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129" name="Google Shape;129;p19"/>
          <p:cNvSpPr txBox="1"/>
          <p:nvPr>
            <p:ph idx="6" type="subTitle"/>
          </p:nvPr>
        </p:nvSpPr>
        <p:spPr>
          <a:xfrm>
            <a:off x="4744575" y="1742700"/>
            <a:ext cx="322500" cy="28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Urbanist"/>
              <a:buNone/>
              <a:defRPr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130" name="Google Shape;130;p19"/>
          <p:cNvSpPr txBox="1"/>
          <p:nvPr>
            <p:ph idx="7" type="subTitle"/>
          </p:nvPr>
        </p:nvSpPr>
        <p:spPr>
          <a:xfrm>
            <a:off x="4744575" y="2420513"/>
            <a:ext cx="322500" cy="28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Urbanist"/>
              <a:buNone/>
              <a:defRPr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131" name="Google Shape;131;p19"/>
          <p:cNvSpPr txBox="1"/>
          <p:nvPr>
            <p:ph idx="8" type="subTitle"/>
          </p:nvPr>
        </p:nvSpPr>
        <p:spPr>
          <a:xfrm>
            <a:off x="4744575" y="3098275"/>
            <a:ext cx="322500" cy="28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Urbanist"/>
              <a:buNone/>
              <a:defRPr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132" name="Google Shape;132;p19"/>
          <p:cNvSpPr txBox="1"/>
          <p:nvPr>
            <p:ph idx="9" type="subTitle"/>
          </p:nvPr>
        </p:nvSpPr>
        <p:spPr>
          <a:xfrm>
            <a:off x="4744575" y="3776075"/>
            <a:ext cx="322500" cy="28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Urbanist"/>
              <a:buNone/>
              <a:defRPr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133" name="Google Shape;133;p19"/>
          <p:cNvSpPr txBox="1"/>
          <p:nvPr>
            <p:ph idx="13" type="subTitle"/>
          </p:nvPr>
        </p:nvSpPr>
        <p:spPr>
          <a:xfrm>
            <a:off x="5067075" y="387150"/>
            <a:ext cx="3267600" cy="28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Urbanist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34" name="Google Shape;134;p19"/>
          <p:cNvSpPr txBox="1"/>
          <p:nvPr>
            <p:ph idx="14" type="subTitle"/>
          </p:nvPr>
        </p:nvSpPr>
        <p:spPr>
          <a:xfrm>
            <a:off x="5067075" y="1061588"/>
            <a:ext cx="3267600" cy="28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Urbanist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35" name="Google Shape;135;p19"/>
          <p:cNvSpPr txBox="1"/>
          <p:nvPr>
            <p:ph idx="15" type="subTitle"/>
          </p:nvPr>
        </p:nvSpPr>
        <p:spPr>
          <a:xfrm>
            <a:off x="5067075" y="1739350"/>
            <a:ext cx="3267600" cy="28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Urbanist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36" name="Google Shape;136;p19"/>
          <p:cNvSpPr txBox="1"/>
          <p:nvPr>
            <p:ph idx="16" type="subTitle"/>
          </p:nvPr>
        </p:nvSpPr>
        <p:spPr>
          <a:xfrm>
            <a:off x="5067075" y="2424100"/>
            <a:ext cx="3267600" cy="28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Urbanist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37" name="Google Shape;137;p19"/>
          <p:cNvSpPr txBox="1"/>
          <p:nvPr>
            <p:ph idx="17" type="subTitle"/>
          </p:nvPr>
        </p:nvSpPr>
        <p:spPr>
          <a:xfrm>
            <a:off x="5067075" y="3094938"/>
            <a:ext cx="3267600" cy="28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Urbanist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38" name="Google Shape;138;p19"/>
          <p:cNvSpPr txBox="1"/>
          <p:nvPr>
            <p:ph idx="18" type="subTitle"/>
          </p:nvPr>
        </p:nvSpPr>
        <p:spPr>
          <a:xfrm>
            <a:off x="5067075" y="3765788"/>
            <a:ext cx="3267600" cy="28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Urbanist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39" name="Google Shape;139;p19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40" name="Google Shape;140;p19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2805">
          <p15:clr>
            <a:srgbClr val="E46962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images">
  <p:cSld name="BLANK_1_1_1_1_2_1"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20"/>
          <p:cNvSpPr/>
          <p:nvPr>
            <p:ph idx="2" type="pic"/>
          </p:nvPr>
        </p:nvSpPr>
        <p:spPr>
          <a:xfrm>
            <a:off x="4618950" y="228600"/>
            <a:ext cx="1370400" cy="1357500"/>
          </a:xfrm>
          <a:prstGeom prst="roundRect">
            <a:avLst>
              <a:gd fmla="val 16935" name="adj"/>
            </a:avLst>
          </a:prstGeom>
          <a:noFill/>
          <a:ln>
            <a:noFill/>
          </a:ln>
        </p:spPr>
      </p:sp>
      <p:sp>
        <p:nvSpPr>
          <p:cNvPr id="143" name="Google Shape;143;p20"/>
          <p:cNvSpPr txBox="1"/>
          <p:nvPr>
            <p:ph idx="1" type="subTitle"/>
          </p:nvPr>
        </p:nvSpPr>
        <p:spPr>
          <a:xfrm>
            <a:off x="4619000" y="1702322"/>
            <a:ext cx="1370400" cy="171900"/>
          </a:xfrm>
          <a:prstGeom prst="rect">
            <a:avLst/>
          </a:prstGeom>
        </p:spPr>
        <p:txBody>
          <a:bodyPr anchorCtr="0" anchor="b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9pPr>
          </a:lstStyle>
          <a:p/>
        </p:txBody>
      </p:sp>
      <p:sp>
        <p:nvSpPr>
          <p:cNvPr id="144" name="Google Shape;144;p20"/>
          <p:cNvSpPr txBox="1"/>
          <p:nvPr>
            <p:ph idx="3" type="subTitle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145" name="Google Shape;145;p20"/>
          <p:cNvSpPr txBox="1"/>
          <p:nvPr>
            <p:ph idx="4" type="subTitle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146" name="Google Shape;146;p20"/>
          <p:cNvSpPr txBox="1"/>
          <p:nvPr>
            <p:ph idx="5" type="subTitle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147" name="Google Shape;147;p20"/>
          <p:cNvSpPr txBox="1"/>
          <p:nvPr>
            <p:ph type="title"/>
          </p:nvPr>
        </p:nvSpPr>
        <p:spPr>
          <a:xfrm>
            <a:off x="228600" y="234750"/>
            <a:ext cx="3904500" cy="11628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sp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400">
                <a:solidFill>
                  <a:schemeClr val="dk2"/>
                </a:solidFill>
              </a:defRPr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148" name="Google Shape;148;p20"/>
          <p:cNvSpPr txBox="1"/>
          <p:nvPr>
            <p:ph idx="6" type="subTitle"/>
          </p:nvPr>
        </p:nvSpPr>
        <p:spPr>
          <a:xfrm>
            <a:off x="4619000" y="1880160"/>
            <a:ext cx="1370400" cy="1719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9pPr>
          </a:lstStyle>
          <a:p/>
        </p:txBody>
      </p:sp>
      <p:sp>
        <p:nvSpPr>
          <p:cNvPr id="149" name="Google Shape;149;p20"/>
          <p:cNvSpPr/>
          <p:nvPr>
            <p:ph idx="7" type="pic"/>
          </p:nvPr>
        </p:nvSpPr>
        <p:spPr>
          <a:xfrm>
            <a:off x="6080700" y="228600"/>
            <a:ext cx="1370400" cy="1357500"/>
          </a:xfrm>
          <a:prstGeom prst="roundRect">
            <a:avLst>
              <a:gd fmla="val 16935" name="adj"/>
            </a:avLst>
          </a:prstGeom>
          <a:noFill/>
          <a:ln>
            <a:noFill/>
          </a:ln>
        </p:spPr>
      </p:sp>
      <p:sp>
        <p:nvSpPr>
          <p:cNvPr id="150" name="Google Shape;150;p20"/>
          <p:cNvSpPr txBox="1"/>
          <p:nvPr>
            <p:ph idx="8" type="subTitle"/>
          </p:nvPr>
        </p:nvSpPr>
        <p:spPr>
          <a:xfrm>
            <a:off x="6080750" y="1702321"/>
            <a:ext cx="1370400" cy="171900"/>
          </a:xfrm>
          <a:prstGeom prst="rect">
            <a:avLst/>
          </a:prstGeom>
        </p:spPr>
        <p:txBody>
          <a:bodyPr anchorCtr="0" anchor="b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9pPr>
          </a:lstStyle>
          <a:p/>
        </p:txBody>
      </p:sp>
      <p:sp>
        <p:nvSpPr>
          <p:cNvPr id="151" name="Google Shape;151;p20"/>
          <p:cNvSpPr txBox="1"/>
          <p:nvPr>
            <p:ph idx="9" type="subTitle"/>
          </p:nvPr>
        </p:nvSpPr>
        <p:spPr>
          <a:xfrm>
            <a:off x="6080750" y="1880160"/>
            <a:ext cx="1370400" cy="1719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9pPr>
          </a:lstStyle>
          <a:p/>
        </p:txBody>
      </p:sp>
      <p:sp>
        <p:nvSpPr>
          <p:cNvPr id="152" name="Google Shape;152;p20"/>
          <p:cNvSpPr/>
          <p:nvPr>
            <p:ph idx="13" type="pic"/>
          </p:nvPr>
        </p:nvSpPr>
        <p:spPr>
          <a:xfrm>
            <a:off x="7542450" y="228600"/>
            <a:ext cx="1370400" cy="1357500"/>
          </a:xfrm>
          <a:prstGeom prst="roundRect">
            <a:avLst>
              <a:gd fmla="val 16935" name="adj"/>
            </a:avLst>
          </a:prstGeom>
          <a:noFill/>
          <a:ln>
            <a:noFill/>
          </a:ln>
        </p:spPr>
      </p:sp>
      <p:sp>
        <p:nvSpPr>
          <p:cNvPr id="153" name="Google Shape;153;p20"/>
          <p:cNvSpPr txBox="1"/>
          <p:nvPr>
            <p:ph idx="14" type="subTitle"/>
          </p:nvPr>
        </p:nvSpPr>
        <p:spPr>
          <a:xfrm>
            <a:off x="7542500" y="1702321"/>
            <a:ext cx="1370400" cy="171900"/>
          </a:xfrm>
          <a:prstGeom prst="rect">
            <a:avLst/>
          </a:prstGeom>
        </p:spPr>
        <p:txBody>
          <a:bodyPr anchorCtr="0" anchor="b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9pPr>
          </a:lstStyle>
          <a:p/>
        </p:txBody>
      </p:sp>
      <p:sp>
        <p:nvSpPr>
          <p:cNvPr id="154" name="Google Shape;154;p20"/>
          <p:cNvSpPr txBox="1"/>
          <p:nvPr>
            <p:ph idx="15" type="subTitle"/>
          </p:nvPr>
        </p:nvSpPr>
        <p:spPr>
          <a:xfrm>
            <a:off x="7542500" y="1880160"/>
            <a:ext cx="1370400" cy="1719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9pPr>
          </a:lstStyle>
          <a:p/>
        </p:txBody>
      </p:sp>
      <p:sp>
        <p:nvSpPr>
          <p:cNvPr id="155" name="Google Shape;155;p20"/>
          <p:cNvSpPr/>
          <p:nvPr>
            <p:ph idx="16" type="pic"/>
          </p:nvPr>
        </p:nvSpPr>
        <p:spPr>
          <a:xfrm>
            <a:off x="4618950" y="2295725"/>
            <a:ext cx="1370400" cy="1357500"/>
          </a:xfrm>
          <a:prstGeom prst="roundRect">
            <a:avLst>
              <a:gd fmla="val 16935" name="adj"/>
            </a:avLst>
          </a:prstGeom>
          <a:noFill/>
          <a:ln>
            <a:noFill/>
          </a:ln>
        </p:spPr>
      </p:sp>
      <p:sp>
        <p:nvSpPr>
          <p:cNvPr id="156" name="Google Shape;156;p20"/>
          <p:cNvSpPr txBox="1"/>
          <p:nvPr>
            <p:ph idx="17" type="subTitle"/>
          </p:nvPr>
        </p:nvSpPr>
        <p:spPr>
          <a:xfrm>
            <a:off x="4619000" y="3769446"/>
            <a:ext cx="1370400" cy="171900"/>
          </a:xfrm>
          <a:prstGeom prst="rect">
            <a:avLst/>
          </a:prstGeom>
        </p:spPr>
        <p:txBody>
          <a:bodyPr anchorCtr="0" anchor="b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9pPr>
          </a:lstStyle>
          <a:p/>
        </p:txBody>
      </p:sp>
      <p:sp>
        <p:nvSpPr>
          <p:cNvPr id="157" name="Google Shape;157;p20"/>
          <p:cNvSpPr txBox="1"/>
          <p:nvPr>
            <p:ph idx="18" type="subTitle"/>
          </p:nvPr>
        </p:nvSpPr>
        <p:spPr>
          <a:xfrm>
            <a:off x="4619000" y="3947285"/>
            <a:ext cx="1370400" cy="1719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9pPr>
          </a:lstStyle>
          <a:p/>
        </p:txBody>
      </p:sp>
      <p:sp>
        <p:nvSpPr>
          <p:cNvPr id="158" name="Google Shape;158;p20"/>
          <p:cNvSpPr/>
          <p:nvPr>
            <p:ph idx="19" type="pic"/>
          </p:nvPr>
        </p:nvSpPr>
        <p:spPr>
          <a:xfrm>
            <a:off x="6080700" y="2295725"/>
            <a:ext cx="1370400" cy="1357500"/>
          </a:xfrm>
          <a:prstGeom prst="roundRect">
            <a:avLst>
              <a:gd fmla="val 16935" name="adj"/>
            </a:avLst>
          </a:prstGeom>
          <a:noFill/>
          <a:ln>
            <a:noFill/>
          </a:ln>
        </p:spPr>
      </p:sp>
      <p:sp>
        <p:nvSpPr>
          <p:cNvPr id="159" name="Google Shape;159;p20"/>
          <p:cNvSpPr txBox="1"/>
          <p:nvPr>
            <p:ph idx="20" type="subTitle"/>
          </p:nvPr>
        </p:nvSpPr>
        <p:spPr>
          <a:xfrm>
            <a:off x="6080750" y="3769447"/>
            <a:ext cx="1370400" cy="171900"/>
          </a:xfrm>
          <a:prstGeom prst="rect">
            <a:avLst/>
          </a:prstGeom>
        </p:spPr>
        <p:txBody>
          <a:bodyPr anchorCtr="0" anchor="b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9pPr>
          </a:lstStyle>
          <a:p/>
        </p:txBody>
      </p:sp>
      <p:sp>
        <p:nvSpPr>
          <p:cNvPr id="160" name="Google Shape;160;p20"/>
          <p:cNvSpPr txBox="1"/>
          <p:nvPr>
            <p:ph idx="21" type="subTitle"/>
          </p:nvPr>
        </p:nvSpPr>
        <p:spPr>
          <a:xfrm>
            <a:off x="6080750" y="3947285"/>
            <a:ext cx="1370400" cy="1719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9pPr>
          </a:lstStyle>
          <a:p/>
        </p:txBody>
      </p:sp>
      <p:sp>
        <p:nvSpPr>
          <p:cNvPr id="161" name="Google Shape;161;p20"/>
          <p:cNvSpPr/>
          <p:nvPr>
            <p:ph idx="22" type="pic"/>
          </p:nvPr>
        </p:nvSpPr>
        <p:spPr>
          <a:xfrm>
            <a:off x="7542450" y="2295725"/>
            <a:ext cx="1370400" cy="1357500"/>
          </a:xfrm>
          <a:prstGeom prst="roundRect">
            <a:avLst>
              <a:gd fmla="val 16935" name="adj"/>
            </a:avLst>
          </a:prstGeom>
          <a:noFill/>
          <a:ln>
            <a:noFill/>
          </a:ln>
        </p:spPr>
      </p:sp>
      <p:sp>
        <p:nvSpPr>
          <p:cNvPr id="162" name="Google Shape;162;p20"/>
          <p:cNvSpPr txBox="1"/>
          <p:nvPr>
            <p:ph idx="23" type="subTitle"/>
          </p:nvPr>
        </p:nvSpPr>
        <p:spPr>
          <a:xfrm>
            <a:off x="7542500" y="3769446"/>
            <a:ext cx="1370400" cy="171900"/>
          </a:xfrm>
          <a:prstGeom prst="rect">
            <a:avLst/>
          </a:prstGeom>
        </p:spPr>
        <p:txBody>
          <a:bodyPr anchorCtr="0" anchor="b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9pPr>
          </a:lstStyle>
          <a:p/>
        </p:txBody>
      </p:sp>
      <p:sp>
        <p:nvSpPr>
          <p:cNvPr id="163" name="Google Shape;163;p20"/>
          <p:cNvSpPr txBox="1"/>
          <p:nvPr>
            <p:ph idx="24" type="subTitle"/>
          </p:nvPr>
        </p:nvSpPr>
        <p:spPr>
          <a:xfrm>
            <a:off x="7542500" y="3947285"/>
            <a:ext cx="1370400" cy="1719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9pPr>
          </a:lstStyle>
          <a:p/>
        </p:txBody>
      </p:sp>
      <p:cxnSp>
        <p:nvCxnSpPr>
          <p:cNvPr id="164" name="Google Shape;164;p20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65" name="Google Shape;165;p20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66" name="Google Shape;166;p20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 ALT 2">
  <p:cSld name="BLANK_1_1_1_1_1_1"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21"/>
          <p:cNvSpPr/>
          <p:nvPr>
            <p:ph idx="2" type="pic"/>
          </p:nvPr>
        </p:nvSpPr>
        <p:spPr>
          <a:xfrm>
            <a:off x="9425" y="-3075"/>
            <a:ext cx="9144000" cy="4641000"/>
          </a:xfrm>
          <a:prstGeom prst="rect">
            <a:avLst/>
          </a:prstGeom>
          <a:noFill/>
          <a:ln>
            <a:noFill/>
          </a:ln>
        </p:spPr>
      </p:sp>
      <p:sp>
        <p:nvSpPr>
          <p:cNvPr id="169" name="Google Shape;169;p21"/>
          <p:cNvSpPr txBox="1"/>
          <p:nvPr>
            <p:ph type="title"/>
          </p:nvPr>
        </p:nvSpPr>
        <p:spPr>
          <a:xfrm>
            <a:off x="234125" y="3337800"/>
            <a:ext cx="8574600" cy="1114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34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9pPr>
          </a:lstStyle>
          <a:p/>
        </p:txBody>
      </p:sp>
      <p:sp>
        <p:nvSpPr>
          <p:cNvPr id="170" name="Google Shape;170;p21"/>
          <p:cNvSpPr txBox="1"/>
          <p:nvPr>
            <p:ph idx="1" type="subTitle"/>
          </p:nvPr>
        </p:nvSpPr>
        <p:spPr>
          <a:xfrm>
            <a:off x="228600" y="228600"/>
            <a:ext cx="2870100" cy="2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171" name="Google Shape;171;p21"/>
          <p:cNvSpPr txBox="1"/>
          <p:nvPr>
            <p:ph idx="3" type="subTitle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172" name="Google Shape;172;p21"/>
          <p:cNvSpPr txBox="1"/>
          <p:nvPr>
            <p:ph idx="4" type="subTitle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173" name="Google Shape;173;p21"/>
          <p:cNvSpPr txBox="1"/>
          <p:nvPr>
            <p:ph idx="5" type="subTitle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cxnSp>
        <p:nvCxnSpPr>
          <p:cNvPr id="174" name="Google Shape;174;p21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75" name="Google Shape;175;p21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76" name="Google Shape;176;p21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2805">
          <p15:clr>
            <a:srgbClr val="E46962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rds w/ images">
  <p:cSld name="BLANK_1_1_1_1_1_1_1_1_1_1_3"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22"/>
          <p:cNvSpPr txBox="1"/>
          <p:nvPr>
            <p:ph idx="1" type="subTitle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179" name="Google Shape;179;p22"/>
          <p:cNvSpPr txBox="1"/>
          <p:nvPr>
            <p:ph idx="2" type="subTitle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180" name="Google Shape;180;p22"/>
          <p:cNvSpPr txBox="1"/>
          <p:nvPr>
            <p:ph idx="3" type="subTitle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grpSp>
        <p:nvGrpSpPr>
          <p:cNvPr id="181" name="Google Shape;181;p22"/>
          <p:cNvGrpSpPr/>
          <p:nvPr/>
        </p:nvGrpSpPr>
        <p:grpSpPr>
          <a:xfrm rot="5400000">
            <a:off x="8691475" y="228504"/>
            <a:ext cx="228589" cy="228623"/>
            <a:chOff x="1688332" y="4135245"/>
            <a:chExt cx="338700" cy="338700"/>
          </a:xfrm>
        </p:grpSpPr>
        <p:sp>
          <p:nvSpPr>
            <p:cNvPr id="182" name="Google Shape;182;p22"/>
            <p:cNvSpPr/>
            <p:nvPr/>
          </p:nvSpPr>
          <p:spPr>
            <a:xfrm rot="-5400000">
              <a:off x="1688332" y="4135245"/>
              <a:ext cx="338700" cy="3387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endParaRPr>
            </a:p>
          </p:txBody>
        </p:sp>
        <p:grpSp>
          <p:nvGrpSpPr>
            <p:cNvPr id="183" name="Google Shape;183;p22"/>
            <p:cNvGrpSpPr/>
            <p:nvPr/>
          </p:nvGrpSpPr>
          <p:grpSpPr>
            <a:xfrm rot="-5400000">
              <a:off x="1787014" y="4262191"/>
              <a:ext cx="169598" cy="84809"/>
              <a:chOff x="498725" y="2069800"/>
              <a:chExt cx="205200" cy="102600"/>
            </a:xfrm>
          </p:grpSpPr>
          <p:cxnSp>
            <p:nvCxnSpPr>
              <p:cNvPr id="184" name="Google Shape;184;p22"/>
              <p:cNvCxnSpPr/>
              <p:nvPr/>
            </p:nvCxnSpPr>
            <p:spPr>
              <a:xfrm>
                <a:off x="498725" y="2069800"/>
                <a:ext cx="102600" cy="1026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85" name="Google Shape;185;p22"/>
              <p:cNvCxnSpPr/>
              <p:nvPr/>
            </p:nvCxnSpPr>
            <p:spPr>
              <a:xfrm flipH="1">
                <a:off x="601325" y="2069800"/>
                <a:ext cx="102600" cy="1026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</p:grpSp>
      <p:sp>
        <p:nvSpPr>
          <p:cNvPr id="186" name="Google Shape;186;p22"/>
          <p:cNvSpPr/>
          <p:nvPr>
            <p:ph idx="4" type="pic"/>
          </p:nvPr>
        </p:nvSpPr>
        <p:spPr>
          <a:xfrm>
            <a:off x="426700" y="1896600"/>
            <a:ext cx="665400" cy="685500"/>
          </a:xfrm>
          <a:prstGeom prst="roundRect">
            <a:avLst>
              <a:gd fmla="val 17601" name="adj"/>
            </a:avLst>
          </a:prstGeom>
          <a:noFill/>
          <a:ln>
            <a:noFill/>
          </a:ln>
        </p:spPr>
      </p:sp>
      <p:sp>
        <p:nvSpPr>
          <p:cNvPr id="187" name="Google Shape;187;p22"/>
          <p:cNvSpPr txBox="1"/>
          <p:nvPr>
            <p:ph idx="5" type="subTitle"/>
          </p:nvPr>
        </p:nvSpPr>
        <p:spPr>
          <a:xfrm>
            <a:off x="426700" y="2708802"/>
            <a:ext cx="1761900" cy="228600"/>
          </a:xfrm>
          <a:prstGeom prst="rect">
            <a:avLst/>
          </a:prstGeom>
        </p:spPr>
        <p:txBody>
          <a:bodyPr anchorCtr="0" anchor="b" bIns="0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188" name="Google Shape;188;p22"/>
          <p:cNvSpPr txBox="1"/>
          <p:nvPr>
            <p:ph idx="6" type="subTitle"/>
          </p:nvPr>
        </p:nvSpPr>
        <p:spPr>
          <a:xfrm>
            <a:off x="426700" y="2936076"/>
            <a:ext cx="1761900" cy="1638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189" name="Google Shape;189;p22"/>
          <p:cNvSpPr txBox="1"/>
          <p:nvPr>
            <p:ph idx="7" type="body"/>
          </p:nvPr>
        </p:nvSpPr>
        <p:spPr>
          <a:xfrm>
            <a:off x="426700" y="3251425"/>
            <a:ext cx="1761900" cy="9651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9pPr>
          </a:lstStyle>
          <a:p/>
        </p:txBody>
      </p:sp>
      <p:sp>
        <p:nvSpPr>
          <p:cNvPr id="190" name="Google Shape;190;p22"/>
          <p:cNvSpPr/>
          <p:nvPr>
            <p:ph idx="8" type="pic"/>
          </p:nvPr>
        </p:nvSpPr>
        <p:spPr>
          <a:xfrm>
            <a:off x="2621800" y="1896600"/>
            <a:ext cx="665400" cy="685500"/>
          </a:xfrm>
          <a:prstGeom prst="roundRect">
            <a:avLst>
              <a:gd fmla="val 17601" name="adj"/>
            </a:avLst>
          </a:prstGeom>
          <a:noFill/>
          <a:ln>
            <a:noFill/>
          </a:ln>
        </p:spPr>
      </p:sp>
      <p:sp>
        <p:nvSpPr>
          <p:cNvPr id="191" name="Google Shape;191;p22"/>
          <p:cNvSpPr txBox="1"/>
          <p:nvPr>
            <p:ph idx="9" type="subTitle"/>
          </p:nvPr>
        </p:nvSpPr>
        <p:spPr>
          <a:xfrm>
            <a:off x="2621800" y="2708807"/>
            <a:ext cx="1761900" cy="228600"/>
          </a:xfrm>
          <a:prstGeom prst="rect">
            <a:avLst/>
          </a:prstGeom>
        </p:spPr>
        <p:txBody>
          <a:bodyPr anchorCtr="0" anchor="b" bIns="0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192" name="Google Shape;192;p22"/>
          <p:cNvSpPr txBox="1"/>
          <p:nvPr>
            <p:ph idx="13" type="subTitle"/>
          </p:nvPr>
        </p:nvSpPr>
        <p:spPr>
          <a:xfrm>
            <a:off x="2621800" y="2936075"/>
            <a:ext cx="1761900" cy="1638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193" name="Google Shape;193;p22"/>
          <p:cNvSpPr txBox="1"/>
          <p:nvPr>
            <p:ph idx="14" type="body"/>
          </p:nvPr>
        </p:nvSpPr>
        <p:spPr>
          <a:xfrm>
            <a:off x="2621800" y="3251425"/>
            <a:ext cx="1705800" cy="9651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9pPr>
          </a:lstStyle>
          <a:p/>
        </p:txBody>
      </p:sp>
      <p:sp>
        <p:nvSpPr>
          <p:cNvPr id="194" name="Google Shape;194;p22"/>
          <p:cNvSpPr/>
          <p:nvPr>
            <p:ph idx="15" type="pic"/>
          </p:nvPr>
        </p:nvSpPr>
        <p:spPr>
          <a:xfrm>
            <a:off x="4816900" y="1896600"/>
            <a:ext cx="665400" cy="685500"/>
          </a:xfrm>
          <a:prstGeom prst="roundRect">
            <a:avLst>
              <a:gd fmla="val 17601" name="adj"/>
            </a:avLst>
          </a:prstGeom>
          <a:noFill/>
          <a:ln>
            <a:noFill/>
          </a:ln>
        </p:spPr>
      </p:sp>
      <p:sp>
        <p:nvSpPr>
          <p:cNvPr id="195" name="Google Shape;195;p22"/>
          <p:cNvSpPr txBox="1"/>
          <p:nvPr>
            <p:ph idx="16" type="subTitle"/>
          </p:nvPr>
        </p:nvSpPr>
        <p:spPr>
          <a:xfrm>
            <a:off x="4816900" y="2708808"/>
            <a:ext cx="1761900" cy="228600"/>
          </a:xfrm>
          <a:prstGeom prst="rect">
            <a:avLst/>
          </a:prstGeom>
        </p:spPr>
        <p:txBody>
          <a:bodyPr anchorCtr="0" anchor="b" bIns="0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196" name="Google Shape;196;p22"/>
          <p:cNvSpPr txBox="1"/>
          <p:nvPr>
            <p:ph idx="17" type="subTitle"/>
          </p:nvPr>
        </p:nvSpPr>
        <p:spPr>
          <a:xfrm>
            <a:off x="4816900" y="2936076"/>
            <a:ext cx="1761900" cy="1638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197" name="Google Shape;197;p22"/>
          <p:cNvSpPr txBox="1"/>
          <p:nvPr>
            <p:ph idx="18" type="body"/>
          </p:nvPr>
        </p:nvSpPr>
        <p:spPr>
          <a:xfrm>
            <a:off x="4817025" y="3251425"/>
            <a:ext cx="1761900" cy="9651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9pPr>
          </a:lstStyle>
          <a:p/>
        </p:txBody>
      </p:sp>
      <p:sp>
        <p:nvSpPr>
          <p:cNvPr id="198" name="Google Shape;198;p22"/>
          <p:cNvSpPr/>
          <p:nvPr>
            <p:ph idx="19" type="pic"/>
          </p:nvPr>
        </p:nvSpPr>
        <p:spPr>
          <a:xfrm>
            <a:off x="7012000" y="1896600"/>
            <a:ext cx="665400" cy="685500"/>
          </a:xfrm>
          <a:prstGeom prst="roundRect">
            <a:avLst>
              <a:gd fmla="val 17601" name="adj"/>
            </a:avLst>
          </a:prstGeom>
          <a:noFill/>
          <a:ln>
            <a:noFill/>
          </a:ln>
        </p:spPr>
      </p:sp>
      <p:sp>
        <p:nvSpPr>
          <p:cNvPr id="199" name="Google Shape;199;p22"/>
          <p:cNvSpPr txBox="1"/>
          <p:nvPr>
            <p:ph idx="20" type="subTitle"/>
          </p:nvPr>
        </p:nvSpPr>
        <p:spPr>
          <a:xfrm>
            <a:off x="7012000" y="2708807"/>
            <a:ext cx="1761900" cy="228600"/>
          </a:xfrm>
          <a:prstGeom prst="rect">
            <a:avLst/>
          </a:prstGeom>
        </p:spPr>
        <p:txBody>
          <a:bodyPr anchorCtr="0" anchor="b" bIns="0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200" name="Google Shape;200;p22"/>
          <p:cNvSpPr txBox="1"/>
          <p:nvPr>
            <p:ph idx="21" type="subTitle"/>
          </p:nvPr>
        </p:nvSpPr>
        <p:spPr>
          <a:xfrm>
            <a:off x="7012000" y="2936076"/>
            <a:ext cx="1761900" cy="1638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201" name="Google Shape;201;p22"/>
          <p:cNvSpPr txBox="1"/>
          <p:nvPr>
            <p:ph idx="22" type="body"/>
          </p:nvPr>
        </p:nvSpPr>
        <p:spPr>
          <a:xfrm>
            <a:off x="7012000" y="3251425"/>
            <a:ext cx="1761900" cy="9651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9pPr>
          </a:lstStyle>
          <a:p/>
        </p:txBody>
      </p:sp>
      <p:cxnSp>
        <p:nvCxnSpPr>
          <p:cNvPr id="202" name="Google Shape;202;p22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03" name="Google Shape;203;p22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204" name="Google Shape;204;p22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2805">
          <p15:clr>
            <a:srgbClr val="E46962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hort big title and body">
  <p:cSld name="BLANK_1_1_1_1_1_1_1_1_1_1_2"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Oval black shapes against a shadowy background. " id="206" name="Google Shape;206;p23"/>
          <p:cNvPicPr preferRelativeResize="0"/>
          <p:nvPr/>
        </p:nvPicPr>
        <p:blipFill rotWithShape="1">
          <a:blip r:embed="rId2">
            <a:alphaModFix/>
          </a:blip>
          <a:srcRect b="42245" l="17240" r="25038" t="34"/>
          <a:stretch/>
        </p:blipFill>
        <p:spPr>
          <a:xfrm>
            <a:off x="0" y="-289"/>
            <a:ext cx="9144000" cy="5144100"/>
          </a:xfrm>
          <a:prstGeom prst="roundRect">
            <a:avLst>
              <a:gd fmla="val 0" name="adj"/>
            </a:avLst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207" name="Google Shape;207;p23"/>
          <p:cNvSpPr txBox="1"/>
          <p:nvPr>
            <p:ph idx="1" type="subTitle"/>
          </p:nvPr>
        </p:nvSpPr>
        <p:spPr>
          <a:xfrm>
            <a:off x="4314775" y="3818375"/>
            <a:ext cx="4230600" cy="4527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Urbanist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208" name="Google Shape;208;p23"/>
          <p:cNvSpPr txBox="1"/>
          <p:nvPr>
            <p:ph idx="2" type="subTitle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209" name="Google Shape;209;p23"/>
          <p:cNvSpPr txBox="1"/>
          <p:nvPr>
            <p:ph idx="3" type="subTitle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210" name="Google Shape;210;p23"/>
          <p:cNvSpPr txBox="1"/>
          <p:nvPr>
            <p:ph idx="4" type="subTitle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211" name="Google Shape;211;p23"/>
          <p:cNvSpPr txBox="1"/>
          <p:nvPr>
            <p:ph type="title"/>
          </p:nvPr>
        </p:nvSpPr>
        <p:spPr>
          <a:xfrm>
            <a:off x="228600" y="290448"/>
            <a:ext cx="3655800" cy="24075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sp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9pPr>
          </a:lstStyle>
          <a:p/>
        </p:txBody>
      </p:sp>
      <p:cxnSp>
        <p:nvCxnSpPr>
          <p:cNvPr id="212" name="Google Shape;212;p23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13" name="Google Shape;213;p23"/>
          <p:cNvCxnSpPr/>
          <p:nvPr/>
        </p:nvCxnSpPr>
        <p:spPr>
          <a:xfrm>
            <a:off x="4159025" y="226100"/>
            <a:ext cx="0" cy="44577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14" name="Google Shape;214;p23"/>
          <p:cNvCxnSpPr/>
          <p:nvPr/>
        </p:nvCxnSpPr>
        <p:spPr>
          <a:xfrm>
            <a:off x="228600" y="226100"/>
            <a:ext cx="86871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15" name="Google Shape;215;p23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216" name="Google Shape;216;p23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2805">
          <p15:clr>
            <a:srgbClr val="E46962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ody and image ALT 2">
  <p:cSld name="BLANK_1_1_1_1_1_1_1_1_1_1_1_1_2"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24"/>
          <p:cNvSpPr txBox="1"/>
          <p:nvPr>
            <p:ph idx="1" type="body"/>
          </p:nvPr>
        </p:nvSpPr>
        <p:spPr>
          <a:xfrm>
            <a:off x="228600" y="1743625"/>
            <a:ext cx="4296600" cy="2709000"/>
          </a:xfrm>
          <a:prstGeom prst="rect">
            <a:avLst/>
          </a:prstGeom>
        </p:spPr>
        <p:txBody>
          <a:bodyPr anchorCtr="0" anchor="b" bIns="91425" lIns="0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17500" lvl="1" marL="914400">
              <a:spcBef>
                <a:spcPts val="800"/>
              </a:spcBef>
              <a:spcAft>
                <a:spcPts val="0"/>
              </a:spcAft>
              <a:buSzPts val="1400"/>
              <a:buChar char="○"/>
              <a:defRPr sz="1400"/>
            </a:lvl2pPr>
            <a:lvl3pPr indent="-317500" lvl="2" marL="1371600">
              <a:spcBef>
                <a:spcPts val="800"/>
              </a:spcBef>
              <a:spcAft>
                <a:spcPts val="0"/>
              </a:spcAft>
              <a:buSzPts val="1400"/>
              <a:buChar char="■"/>
              <a:defRPr sz="1400"/>
            </a:lvl3pPr>
            <a:lvl4pPr indent="-317500" lvl="3" marL="1828800">
              <a:spcBef>
                <a:spcPts val="800"/>
              </a:spcBef>
              <a:spcAft>
                <a:spcPts val="0"/>
              </a:spcAft>
              <a:buSzPts val="1400"/>
              <a:buChar char="●"/>
              <a:defRPr sz="1400"/>
            </a:lvl4pPr>
            <a:lvl5pPr indent="-317500" lvl="4" marL="2286000">
              <a:spcBef>
                <a:spcPts val="800"/>
              </a:spcBef>
              <a:spcAft>
                <a:spcPts val="0"/>
              </a:spcAft>
              <a:buSzPts val="1400"/>
              <a:buChar char="○"/>
              <a:defRPr sz="1400"/>
            </a:lvl5pPr>
            <a:lvl6pPr indent="-317500" lvl="5" marL="2743200">
              <a:spcBef>
                <a:spcPts val="800"/>
              </a:spcBef>
              <a:spcAft>
                <a:spcPts val="0"/>
              </a:spcAft>
              <a:buSzPts val="1400"/>
              <a:buChar char="■"/>
              <a:defRPr sz="1400"/>
            </a:lvl6pPr>
            <a:lvl7pPr indent="-317500" lvl="6" marL="3200400">
              <a:spcBef>
                <a:spcPts val="800"/>
              </a:spcBef>
              <a:spcAft>
                <a:spcPts val="0"/>
              </a:spcAft>
              <a:buSzPts val="1400"/>
              <a:buChar char="●"/>
              <a:defRPr sz="1400"/>
            </a:lvl7pPr>
            <a:lvl8pPr indent="-317500" lvl="7" marL="3657600">
              <a:spcBef>
                <a:spcPts val="800"/>
              </a:spcBef>
              <a:spcAft>
                <a:spcPts val="0"/>
              </a:spcAft>
              <a:buSzPts val="1400"/>
              <a:buChar char="○"/>
              <a:defRPr sz="1400"/>
            </a:lvl8pPr>
            <a:lvl9pPr indent="-317500" lvl="8" marL="4114800">
              <a:spcBef>
                <a:spcPts val="800"/>
              </a:spcBef>
              <a:spcAft>
                <a:spcPts val="800"/>
              </a:spcAft>
              <a:buSzPts val="1400"/>
              <a:buChar char="■"/>
              <a:defRPr sz="1400"/>
            </a:lvl9pPr>
          </a:lstStyle>
          <a:p/>
        </p:txBody>
      </p:sp>
      <p:sp>
        <p:nvSpPr>
          <p:cNvPr id="219" name="Google Shape;219;p24"/>
          <p:cNvSpPr/>
          <p:nvPr>
            <p:ph idx="2" type="pic"/>
          </p:nvPr>
        </p:nvSpPr>
        <p:spPr>
          <a:xfrm>
            <a:off x="5342000" y="457200"/>
            <a:ext cx="3573300" cy="3995400"/>
          </a:xfrm>
          <a:prstGeom prst="roundRect">
            <a:avLst>
              <a:gd fmla="val 6865" name="adj"/>
            </a:avLst>
          </a:prstGeom>
          <a:noFill/>
          <a:ln>
            <a:noFill/>
          </a:ln>
        </p:spPr>
      </p:sp>
      <p:sp>
        <p:nvSpPr>
          <p:cNvPr id="220" name="Google Shape;220;p24"/>
          <p:cNvSpPr txBox="1"/>
          <p:nvPr>
            <p:ph idx="3" type="subTitle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221" name="Google Shape;221;p24"/>
          <p:cNvSpPr txBox="1"/>
          <p:nvPr>
            <p:ph idx="4" type="subTitle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222" name="Google Shape;222;p24"/>
          <p:cNvSpPr txBox="1"/>
          <p:nvPr>
            <p:ph idx="5" type="subTitle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223" name="Google Shape;223;p24"/>
          <p:cNvSpPr txBox="1"/>
          <p:nvPr>
            <p:ph idx="6" type="subTitle"/>
          </p:nvPr>
        </p:nvSpPr>
        <p:spPr>
          <a:xfrm>
            <a:off x="228600" y="228600"/>
            <a:ext cx="2920800" cy="2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224" name="Google Shape;224;p24"/>
          <p:cNvSpPr txBox="1"/>
          <p:nvPr>
            <p:ph type="title"/>
          </p:nvPr>
        </p:nvSpPr>
        <p:spPr>
          <a:xfrm>
            <a:off x="228600" y="613525"/>
            <a:ext cx="4296600" cy="11628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sp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9pPr>
          </a:lstStyle>
          <a:p/>
        </p:txBody>
      </p:sp>
      <p:cxnSp>
        <p:nvCxnSpPr>
          <p:cNvPr id="225" name="Google Shape;225;p24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26" name="Google Shape;226;p24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227" name="Google Shape;227;p24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2805">
          <p15:clr>
            <a:srgbClr val="E46962"/>
          </p15:clr>
        </p15:guide>
      </p15:sldGuideLst>
    </p:ext>
  </p:extLst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big cards">
  <p:cSld name="CUSTOM_1"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25"/>
          <p:cNvSpPr txBox="1"/>
          <p:nvPr>
            <p:ph type="title"/>
          </p:nvPr>
        </p:nvSpPr>
        <p:spPr>
          <a:xfrm>
            <a:off x="3386700" y="489887"/>
            <a:ext cx="1862100" cy="293100"/>
          </a:xfrm>
          <a:prstGeom prst="rect">
            <a:avLst/>
          </a:prstGeom>
        </p:spPr>
        <p:txBody>
          <a:bodyPr anchorCtr="0" anchor="b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230" name="Google Shape;230;p25"/>
          <p:cNvSpPr txBox="1"/>
          <p:nvPr>
            <p:ph idx="1" type="subTitle"/>
          </p:nvPr>
        </p:nvSpPr>
        <p:spPr>
          <a:xfrm>
            <a:off x="3386700" y="690369"/>
            <a:ext cx="1974600" cy="2046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231" name="Google Shape;231;p25"/>
          <p:cNvSpPr txBox="1"/>
          <p:nvPr>
            <p:ph idx="2" type="subTitle"/>
          </p:nvPr>
        </p:nvSpPr>
        <p:spPr>
          <a:xfrm>
            <a:off x="3386700" y="1070875"/>
            <a:ext cx="2444700" cy="8181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232" name="Google Shape;232;p25"/>
          <p:cNvSpPr txBox="1"/>
          <p:nvPr>
            <p:ph idx="3" type="title"/>
          </p:nvPr>
        </p:nvSpPr>
        <p:spPr>
          <a:xfrm>
            <a:off x="6307650" y="482616"/>
            <a:ext cx="1862100" cy="293100"/>
          </a:xfrm>
          <a:prstGeom prst="rect">
            <a:avLst/>
          </a:prstGeom>
        </p:spPr>
        <p:txBody>
          <a:bodyPr anchorCtr="0" anchor="b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233" name="Google Shape;233;p25"/>
          <p:cNvSpPr txBox="1"/>
          <p:nvPr>
            <p:ph idx="4" type="subTitle"/>
          </p:nvPr>
        </p:nvSpPr>
        <p:spPr>
          <a:xfrm>
            <a:off x="6307650" y="690369"/>
            <a:ext cx="1974600" cy="2046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234" name="Google Shape;234;p25"/>
          <p:cNvSpPr txBox="1"/>
          <p:nvPr>
            <p:ph idx="5" type="subTitle"/>
          </p:nvPr>
        </p:nvSpPr>
        <p:spPr>
          <a:xfrm>
            <a:off x="6307650" y="1070875"/>
            <a:ext cx="2444700" cy="8181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235" name="Google Shape;235;p25"/>
          <p:cNvSpPr txBox="1"/>
          <p:nvPr>
            <p:ph idx="6" type="title"/>
          </p:nvPr>
        </p:nvSpPr>
        <p:spPr>
          <a:xfrm>
            <a:off x="233850" y="228600"/>
            <a:ext cx="2190000" cy="2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Urbanist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Urbanist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Urbanist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Urbanist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Urbanist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Urbanist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Urbanist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Urbanist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236" name="Google Shape;236;p25"/>
          <p:cNvSpPr txBox="1"/>
          <p:nvPr>
            <p:ph idx="7" type="subTitle"/>
          </p:nvPr>
        </p:nvSpPr>
        <p:spPr>
          <a:xfrm>
            <a:off x="3482800" y="4057204"/>
            <a:ext cx="1076100" cy="168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Urbanist"/>
              <a:buNone/>
              <a:defRPr sz="8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Urbanist"/>
              <a:buNone/>
              <a:defRPr sz="8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Urbanist"/>
              <a:buNone/>
              <a:defRPr sz="8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Urbanist"/>
              <a:buNone/>
              <a:defRPr sz="8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Urbanist"/>
              <a:buNone/>
              <a:defRPr sz="8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Urbanist"/>
              <a:buNone/>
              <a:defRPr sz="8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Urbanist"/>
              <a:buNone/>
              <a:defRPr sz="8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Urbanist"/>
              <a:buNone/>
              <a:defRPr sz="8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237" name="Google Shape;237;p25"/>
          <p:cNvSpPr txBox="1"/>
          <p:nvPr>
            <p:ph idx="8" type="subTitle"/>
          </p:nvPr>
        </p:nvSpPr>
        <p:spPr>
          <a:xfrm>
            <a:off x="6405300" y="4057079"/>
            <a:ext cx="1076100" cy="168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Urbanist"/>
              <a:buNone/>
              <a:defRPr sz="8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Urbanist"/>
              <a:buNone/>
              <a:defRPr sz="8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Urbanist"/>
              <a:buNone/>
              <a:defRPr sz="8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Urbanist"/>
              <a:buNone/>
              <a:defRPr sz="8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Urbanist"/>
              <a:buNone/>
              <a:defRPr sz="8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Urbanist"/>
              <a:buNone/>
              <a:defRPr sz="8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Urbanist"/>
              <a:buNone/>
              <a:defRPr sz="8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Urbanist"/>
              <a:buNone/>
              <a:defRPr sz="8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238" name="Google Shape;238;p25"/>
          <p:cNvSpPr txBox="1"/>
          <p:nvPr>
            <p:ph idx="9" type="subTitle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239" name="Google Shape;239;p25"/>
          <p:cNvSpPr txBox="1"/>
          <p:nvPr>
            <p:ph idx="13" type="subTitle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240" name="Google Shape;240;p25"/>
          <p:cNvSpPr txBox="1"/>
          <p:nvPr>
            <p:ph idx="14" type="subTitle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cxnSp>
        <p:nvCxnSpPr>
          <p:cNvPr id="241" name="Google Shape;241;p25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242" name="Google Shape;242;p25"/>
          <p:cNvGrpSpPr/>
          <p:nvPr/>
        </p:nvGrpSpPr>
        <p:grpSpPr>
          <a:xfrm rot="-5400000">
            <a:off x="4794488" y="4206993"/>
            <a:ext cx="141588" cy="73485"/>
            <a:chOff x="498725" y="2069800"/>
            <a:chExt cx="205200" cy="106500"/>
          </a:xfrm>
        </p:grpSpPr>
        <p:cxnSp>
          <p:nvCxnSpPr>
            <p:cNvPr id="243" name="Google Shape;243;p25"/>
            <p:cNvCxnSpPr/>
            <p:nvPr/>
          </p:nvCxnSpPr>
          <p:spPr>
            <a:xfrm flipH="1" rot="-5400000">
              <a:off x="498725" y="2069800"/>
              <a:ext cx="103500" cy="103500"/>
            </a:xfrm>
            <a:prstGeom prst="straightConnector1">
              <a:avLst/>
            </a:prstGeom>
            <a:noFill/>
            <a:ln cap="flat" cmpd="sng" w="9525">
              <a:solidFill>
                <a:schemeClr val="lt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44" name="Google Shape;244;p25"/>
            <p:cNvCxnSpPr/>
            <p:nvPr/>
          </p:nvCxnSpPr>
          <p:spPr>
            <a:xfrm rot="5400000">
              <a:off x="596825" y="2069200"/>
              <a:ext cx="106500" cy="107700"/>
            </a:xfrm>
            <a:prstGeom prst="straightConnector1">
              <a:avLst/>
            </a:prstGeom>
            <a:noFill/>
            <a:ln cap="flat" cmpd="sng" w="9525">
              <a:solidFill>
                <a:schemeClr val="lt2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245" name="Google Shape;245;p25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246" name="Google Shape;246;p25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big cards">
  <p:cSld name="CUSTOM_1_1"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p26"/>
          <p:cNvSpPr txBox="1"/>
          <p:nvPr>
            <p:ph type="title"/>
          </p:nvPr>
        </p:nvSpPr>
        <p:spPr>
          <a:xfrm>
            <a:off x="233850" y="228600"/>
            <a:ext cx="2190000" cy="2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latin typeface="Urbanist"/>
                <a:ea typeface="Urbanist"/>
                <a:cs typeface="Urbanist"/>
                <a:sym typeface="Urbanis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9pPr>
          </a:lstStyle>
          <a:p/>
        </p:txBody>
      </p:sp>
      <p:sp>
        <p:nvSpPr>
          <p:cNvPr id="249" name="Google Shape;249;p26"/>
          <p:cNvSpPr txBox="1"/>
          <p:nvPr>
            <p:ph idx="1" type="subTitle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250" name="Google Shape;250;p26"/>
          <p:cNvSpPr txBox="1"/>
          <p:nvPr>
            <p:ph idx="2" type="subTitle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251" name="Google Shape;251;p26"/>
          <p:cNvSpPr txBox="1"/>
          <p:nvPr>
            <p:ph idx="3" type="subTitle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cxnSp>
        <p:nvCxnSpPr>
          <p:cNvPr id="252" name="Google Shape;252;p26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53" name="Google Shape;253;p26"/>
          <p:cNvSpPr txBox="1"/>
          <p:nvPr>
            <p:ph idx="4" type="title"/>
          </p:nvPr>
        </p:nvSpPr>
        <p:spPr>
          <a:xfrm>
            <a:off x="3379125" y="491100"/>
            <a:ext cx="1461300" cy="293100"/>
          </a:xfrm>
          <a:prstGeom prst="rect">
            <a:avLst/>
          </a:prstGeom>
        </p:spPr>
        <p:txBody>
          <a:bodyPr anchorCtr="0" anchor="b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254" name="Google Shape;254;p26"/>
          <p:cNvSpPr txBox="1"/>
          <p:nvPr>
            <p:ph idx="5" type="subTitle"/>
          </p:nvPr>
        </p:nvSpPr>
        <p:spPr>
          <a:xfrm>
            <a:off x="3379125" y="691577"/>
            <a:ext cx="1549500" cy="2046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255" name="Google Shape;255;p26"/>
          <p:cNvSpPr txBox="1"/>
          <p:nvPr>
            <p:ph idx="6" type="subTitle"/>
          </p:nvPr>
        </p:nvSpPr>
        <p:spPr>
          <a:xfrm>
            <a:off x="3379123" y="1072077"/>
            <a:ext cx="2444700" cy="8181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256" name="Google Shape;256;p26"/>
          <p:cNvSpPr txBox="1"/>
          <p:nvPr>
            <p:ph idx="7" type="title"/>
          </p:nvPr>
        </p:nvSpPr>
        <p:spPr>
          <a:xfrm>
            <a:off x="6318039" y="491100"/>
            <a:ext cx="1461300" cy="293100"/>
          </a:xfrm>
          <a:prstGeom prst="rect">
            <a:avLst/>
          </a:prstGeom>
        </p:spPr>
        <p:txBody>
          <a:bodyPr anchorCtr="0" anchor="b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257" name="Google Shape;257;p26"/>
          <p:cNvSpPr txBox="1"/>
          <p:nvPr>
            <p:ph idx="8" type="subTitle"/>
          </p:nvPr>
        </p:nvSpPr>
        <p:spPr>
          <a:xfrm>
            <a:off x="6318039" y="691577"/>
            <a:ext cx="1549500" cy="2046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258" name="Google Shape;258;p26"/>
          <p:cNvSpPr txBox="1"/>
          <p:nvPr>
            <p:ph idx="9" type="subTitle"/>
          </p:nvPr>
        </p:nvSpPr>
        <p:spPr>
          <a:xfrm>
            <a:off x="6318036" y="1072077"/>
            <a:ext cx="2444700" cy="8181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259" name="Google Shape;259;p26"/>
          <p:cNvSpPr txBox="1"/>
          <p:nvPr>
            <p:ph idx="13" type="title"/>
          </p:nvPr>
        </p:nvSpPr>
        <p:spPr>
          <a:xfrm>
            <a:off x="6318039" y="2655740"/>
            <a:ext cx="1461300" cy="293100"/>
          </a:xfrm>
          <a:prstGeom prst="rect">
            <a:avLst/>
          </a:prstGeom>
        </p:spPr>
        <p:txBody>
          <a:bodyPr anchorCtr="0" anchor="b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260" name="Google Shape;260;p26"/>
          <p:cNvSpPr txBox="1"/>
          <p:nvPr>
            <p:ph idx="14" type="subTitle"/>
          </p:nvPr>
        </p:nvSpPr>
        <p:spPr>
          <a:xfrm>
            <a:off x="6318039" y="2856216"/>
            <a:ext cx="1549500" cy="2046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261" name="Google Shape;261;p26"/>
          <p:cNvSpPr txBox="1"/>
          <p:nvPr>
            <p:ph idx="15" type="subTitle"/>
          </p:nvPr>
        </p:nvSpPr>
        <p:spPr>
          <a:xfrm>
            <a:off x="6318036" y="3236717"/>
            <a:ext cx="2444700" cy="8181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262" name="Google Shape;262;p26"/>
          <p:cNvSpPr txBox="1"/>
          <p:nvPr>
            <p:ph idx="16" type="title"/>
          </p:nvPr>
        </p:nvSpPr>
        <p:spPr>
          <a:xfrm>
            <a:off x="3379125" y="2655740"/>
            <a:ext cx="1461300" cy="293100"/>
          </a:xfrm>
          <a:prstGeom prst="rect">
            <a:avLst/>
          </a:prstGeom>
        </p:spPr>
        <p:txBody>
          <a:bodyPr anchorCtr="0" anchor="b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263" name="Google Shape;263;p26"/>
          <p:cNvSpPr txBox="1"/>
          <p:nvPr>
            <p:ph idx="17" type="subTitle"/>
          </p:nvPr>
        </p:nvSpPr>
        <p:spPr>
          <a:xfrm>
            <a:off x="3379125" y="2856216"/>
            <a:ext cx="1549500" cy="2046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264" name="Google Shape;264;p26"/>
          <p:cNvSpPr txBox="1"/>
          <p:nvPr>
            <p:ph idx="18" type="subTitle"/>
          </p:nvPr>
        </p:nvSpPr>
        <p:spPr>
          <a:xfrm>
            <a:off x="3379123" y="3236717"/>
            <a:ext cx="2444700" cy="8181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265" name="Google Shape;265;p26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266" name="Google Shape;266;p26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meline">
  <p:cSld name="CUSTOM_7_1_1_1_1_1_1_1_1_1_1_1_1_1_1_1_1_1"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8" name="Google Shape;268;p27"/>
          <p:cNvPicPr preferRelativeResize="0"/>
          <p:nvPr/>
        </p:nvPicPr>
        <p:blipFill rotWithShape="1">
          <a:blip r:embed="rId2">
            <a:alphaModFix/>
          </a:blip>
          <a:srcRect b="14588" l="0" r="15469" t="0"/>
          <a:stretch/>
        </p:blipFill>
        <p:spPr>
          <a:xfrm flipH="1">
            <a:off x="4571999" y="2061075"/>
            <a:ext cx="4572001" cy="308242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69" name="Google Shape;269;p27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70" name="Google Shape;270;p27"/>
          <p:cNvSpPr txBox="1"/>
          <p:nvPr>
            <p:ph idx="1" type="subTitle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271" name="Google Shape;271;p27"/>
          <p:cNvSpPr txBox="1"/>
          <p:nvPr>
            <p:ph idx="2" type="subTitle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272" name="Google Shape;272;p27"/>
          <p:cNvSpPr txBox="1"/>
          <p:nvPr>
            <p:ph idx="3" type="subTitle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273" name="Google Shape;273;p27"/>
          <p:cNvSpPr txBox="1"/>
          <p:nvPr>
            <p:ph idx="4" type="subTitle"/>
          </p:nvPr>
        </p:nvSpPr>
        <p:spPr>
          <a:xfrm>
            <a:off x="228600" y="228600"/>
            <a:ext cx="2920800" cy="2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274" name="Google Shape;274;p27"/>
          <p:cNvSpPr txBox="1"/>
          <p:nvPr>
            <p:ph type="title"/>
          </p:nvPr>
        </p:nvSpPr>
        <p:spPr>
          <a:xfrm>
            <a:off x="355225" y="1775475"/>
            <a:ext cx="1862100" cy="293100"/>
          </a:xfrm>
          <a:prstGeom prst="rect">
            <a:avLst/>
          </a:prstGeom>
        </p:spPr>
        <p:txBody>
          <a:bodyPr anchorCtr="0" anchor="b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 sz="1800"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275" name="Google Shape;275;p27"/>
          <p:cNvSpPr txBox="1"/>
          <p:nvPr>
            <p:ph idx="5" type="subTitle"/>
          </p:nvPr>
        </p:nvSpPr>
        <p:spPr>
          <a:xfrm>
            <a:off x="355225" y="2161825"/>
            <a:ext cx="1974600" cy="2046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3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276" name="Google Shape;276;p27"/>
          <p:cNvSpPr txBox="1"/>
          <p:nvPr>
            <p:ph idx="6" type="body"/>
          </p:nvPr>
        </p:nvSpPr>
        <p:spPr>
          <a:xfrm>
            <a:off x="355225" y="2465025"/>
            <a:ext cx="1826700" cy="4779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●"/>
              <a:defRPr sz="800">
                <a:solidFill>
                  <a:schemeClr val="dk2"/>
                </a:solidFill>
              </a:defRPr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○"/>
              <a:defRPr sz="800">
                <a:solidFill>
                  <a:schemeClr val="dk2"/>
                </a:solidFill>
              </a:defRPr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■"/>
              <a:defRPr sz="800">
                <a:solidFill>
                  <a:schemeClr val="dk2"/>
                </a:solidFill>
              </a:defRPr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●"/>
              <a:defRPr sz="800">
                <a:solidFill>
                  <a:schemeClr val="dk2"/>
                </a:solidFill>
              </a:defRPr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○"/>
              <a:defRPr sz="800">
                <a:solidFill>
                  <a:schemeClr val="dk2"/>
                </a:solidFill>
              </a:defRPr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■"/>
              <a:defRPr sz="800">
                <a:solidFill>
                  <a:schemeClr val="dk2"/>
                </a:solidFill>
              </a:defRPr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●"/>
              <a:defRPr sz="800">
                <a:solidFill>
                  <a:schemeClr val="dk2"/>
                </a:solidFill>
              </a:defRPr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○"/>
              <a:defRPr sz="800">
                <a:solidFill>
                  <a:schemeClr val="dk2"/>
                </a:solidFill>
              </a:defRPr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■"/>
              <a:defRPr sz="8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277" name="Google Shape;277;p27"/>
          <p:cNvSpPr txBox="1"/>
          <p:nvPr>
            <p:ph idx="7" type="title"/>
          </p:nvPr>
        </p:nvSpPr>
        <p:spPr>
          <a:xfrm>
            <a:off x="2543875" y="1775475"/>
            <a:ext cx="1862100" cy="293100"/>
          </a:xfrm>
          <a:prstGeom prst="rect">
            <a:avLst/>
          </a:prstGeom>
        </p:spPr>
        <p:txBody>
          <a:bodyPr anchorCtr="0" anchor="b" bIns="91425" lIns="0" spcFirstLastPara="1" rIns="9142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 sz="1800"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278" name="Google Shape;278;p27"/>
          <p:cNvSpPr txBox="1"/>
          <p:nvPr>
            <p:ph idx="8" type="subTitle"/>
          </p:nvPr>
        </p:nvSpPr>
        <p:spPr>
          <a:xfrm>
            <a:off x="2543875" y="2161825"/>
            <a:ext cx="1974600" cy="2046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3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279" name="Google Shape;279;p27"/>
          <p:cNvSpPr txBox="1"/>
          <p:nvPr>
            <p:ph idx="9" type="body"/>
          </p:nvPr>
        </p:nvSpPr>
        <p:spPr>
          <a:xfrm>
            <a:off x="2543875" y="2465025"/>
            <a:ext cx="1826700" cy="4779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●"/>
              <a:defRPr sz="800">
                <a:solidFill>
                  <a:schemeClr val="dk2"/>
                </a:solidFill>
              </a:defRPr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○"/>
              <a:defRPr sz="800">
                <a:solidFill>
                  <a:schemeClr val="dk2"/>
                </a:solidFill>
              </a:defRPr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■"/>
              <a:defRPr sz="800">
                <a:solidFill>
                  <a:schemeClr val="dk2"/>
                </a:solidFill>
              </a:defRPr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●"/>
              <a:defRPr sz="800">
                <a:solidFill>
                  <a:schemeClr val="dk2"/>
                </a:solidFill>
              </a:defRPr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○"/>
              <a:defRPr sz="800">
                <a:solidFill>
                  <a:schemeClr val="dk2"/>
                </a:solidFill>
              </a:defRPr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■"/>
              <a:defRPr sz="800">
                <a:solidFill>
                  <a:schemeClr val="dk2"/>
                </a:solidFill>
              </a:defRPr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●"/>
              <a:defRPr sz="800">
                <a:solidFill>
                  <a:schemeClr val="dk2"/>
                </a:solidFill>
              </a:defRPr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○"/>
              <a:defRPr sz="800">
                <a:solidFill>
                  <a:schemeClr val="dk2"/>
                </a:solidFill>
              </a:defRPr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■"/>
              <a:defRPr sz="8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280" name="Google Shape;280;p27"/>
          <p:cNvSpPr txBox="1"/>
          <p:nvPr>
            <p:ph idx="13" type="title"/>
          </p:nvPr>
        </p:nvSpPr>
        <p:spPr>
          <a:xfrm>
            <a:off x="4745500" y="1775475"/>
            <a:ext cx="1862100" cy="293100"/>
          </a:xfrm>
          <a:prstGeom prst="rect">
            <a:avLst/>
          </a:prstGeom>
        </p:spPr>
        <p:txBody>
          <a:bodyPr anchorCtr="0" anchor="b" bIns="91425" lIns="0" spcFirstLastPara="1" rIns="9142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 sz="1800"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281" name="Google Shape;281;p27"/>
          <p:cNvSpPr txBox="1"/>
          <p:nvPr>
            <p:ph idx="14" type="subTitle"/>
          </p:nvPr>
        </p:nvSpPr>
        <p:spPr>
          <a:xfrm>
            <a:off x="4745500" y="2161825"/>
            <a:ext cx="1974600" cy="2046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3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282" name="Google Shape;282;p27"/>
          <p:cNvSpPr txBox="1"/>
          <p:nvPr>
            <p:ph idx="15" type="body"/>
          </p:nvPr>
        </p:nvSpPr>
        <p:spPr>
          <a:xfrm>
            <a:off x="4745400" y="2465025"/>
            <a:ext cx="1826700" cy="4779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●"/>
              <a:defRPr sz="800">
                <a:solidFill>
                  <a:schemeClr val="dk2"/>
                </a:solidFill>
              </a:defRPr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○"/>
              <a:defRPr sz="800">
                <a:solidFill>
                  <a:schemeClr val="dk2"/>
                </a:solidFill>
              </a:defRPr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■"/>
              <a:defRPr sz="800">
                <a:solidFill>
                  <a:schemeClr val="dk2"/>
                </a:solidFill>
              </a:defRPr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●"/>
              <a:defRPr sz="800">
                <a:solidFill>
                  <a:schemeClr val="dk2"/>
                </a:solidFill>
              </a:defRPr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○"/>
              <a:defRPr sz="800">
                <a:solidFill>
                  <a:schemeClr val="dk2"/>
                </a:solidFill>
              </a:defRPr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■"/>
              <a:defRPr sz="800">
                <a:solidFill>
                  <a:schemeClr val="dk2"/>
                </a:solidFill>
              </a:defRPr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●"/>
              <a:defRPr sz="800">
                <a:solidFill>
                  <a:schemeClr val="dk2"/>
                </a:solidFill>
              </a:defRPr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○"/>
              <a:defRPr sz="800">
                <a:solidFill>
                  <a:schemeClr val="dk2"/>
                </a:solidFill>
              </a:defRPr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■"/>
              <a:defRPr sz="8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283" name="Google Shape;283;p27"/>
          <p:cNvSpPr txBox="1"/>
          <p:nvPr>
            <p:ph idx="16" type="title"/>
          </p:nvPr>
        </p:nvSpPr>
        <p:spPr>
          <a:xfrm>
            <a:off x="6942300" y="1775475"/>
            <a:ext cx="1862100" cy="293100"/>
          </a:xfrm>
          <a:prstGeom prst="rect">
            <a:avLst/>
          </a:prstGeom>
        </p:spPr>
        <p:txBody>
          <a:bodyPr anchorCtr="0" anchor="b" bIns="91425" lIns="0" spcFirstLastPara="1" rIns="9142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 sz="1800"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284" name="Google Shape;284;p27"/>
          <p:cNvSpPr txBox="1"/>
          <p:nvPr>
            <p:ph idx="17" type="subTitle"/>
          </p:nvPr>
        </p:nvSpPr>
        <p:spPr>
          <a:xfrm>
            <a:off x="6942300" y="2161825"/>
            <a:ext cx="1974600" cy="2046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3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285" name="Google Shape;285;p27"/>
          <p:cNvSpPr txBox="1"/>
          <p:nvPr>
            <p:ph idx="18" type="body"/>
          </p:nvPr>
        </p:nvSpPr>
        <p:spPr>
          <a:xfrm>
            <a:off x="6942300" y="2465025"/>
            <a:ext cx="1791600" cy="4779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●"/>
              <a:defRPr sz="800">
                <a:solidFill>
                  <a:schemeClr val="dk2"/>
                </a:solidFill>
              </a:defRPr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○"/>
              <a:defRPr sz="800">
                <a:solidFill>
                  <a:schemeClr val="dk2"/>
                </a:solidFill>
              </a:defRPr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■"/>
              <a:defRPr sz="800">
                <a:solidFill>
                  <a:schemeClr val="dk2"/>
                </a:solidFill>
              </a:defRPr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●"/>
              <a:defRPr sz="800">
                <a:solidFill>
                  <a:schemeClr val="dk2"/>
                </a:solidFill>
              </a:defRPr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○"/>
              <a:defRPr sz="800">
                <a:solidFill>
                  <a:schemeClr val="dk2"/>
                </a:solidFill>
              </a:defRPr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■"/>
              <a:defRPr sz="800">
                <a:solidFill>
                  <a:schemeClr val="dk2"/>
                </a:solidFill>
              </a:defRPr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●"/>
              <a:defRPr sz="800">
                <a:solidFill>
                  <a:schemeClr val="dk2"/>
                </a:solidFill>
              </a:defRPr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○"/>
              <a:defRPr sz="800">
                <a:solidFill>
                  <a:schemeClr val="dk2"/>
                </a:solidFill>
              </a:defRPr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■"/>
              <a:defRPr sz="8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286" name="Google Shape;286;p27"/>
          <p:cNvSpPr txBox="1"/>
          <p:nvPr>
            <p:ph idx="19" type="title"/>
          </p:nvPr>
        </p:nvSpPr>
        <p:spPr>
          <a:xfrm>
            <a:off x="228600" y="613525"/>
            <a:ext cx="3904500" cy="8649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sp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400">
                <a:solidFill>
                  <a:schemeClr val="dk2"/>
                </a:solidFill>
              </a:defRPr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287" name="Google Shape;287;p27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288" name="Google Shape;288;p27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2805">
          <p15:clr>
            <a:srgbClr val="E46962"/>
          </p15:clr>
        </p15:guide>
      </p15:sldGuideLst>
    </p:ext>
  </p:extLst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ers">
  <p:cSld name="CUSTOM">
    <p:spTree>
      <p:nvGrpSpPr>
        <p:cNvPr id="289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p28"/>
          <p:cNvSpPr txBox="1"/>
          <p:nvPr>
            <p:ph idx="1" type="subTitle"/>
          </p:nvPr>
        </p:nvSpPr>
        <p:spPr>
          <a:xfrm>
            <a:off x="228600" y="228600"/>
            <a:ext cx="2920800" cy="2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cxnSp>
        <p:nvCxnSpPr>
          <p:cNvPr id="291" name="Google Shape;291;p28"/>
          <p:cNvCxnSpPr/>
          <p:nvPr/>
        </p:nvCxnSpPr>
        <p:spPr>
          <a:xfrm>
            <a:off x="228450" y="2061025"/>
            <a:ext cx="8687100" cy="0"/>
          </a:xfrm>
          <a:prstGeom prst="straightConnector1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92" name="Google Shape;292;p28"/>
          <p:cNvSpPr txBox="1"/>
          <p:nvPr>
            <p:ph idx="2" type="subTitle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293" name="Google Shape;293;p28"/>
          <p:cNvSpPr txBox="1"/>
          <p:nvPr>
            <p:ph idx="3" type="subTitle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294" name="Google Shape;294;p28"/>
          <p:cNvSpPr txBox="1"/>
          <p:nvPr>
            <p:ph idx="4" type="subTitle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cxnSp>
        <p:nvCxnSpPr>
          <p:cNvPr id="295" name="Google Shape;295;p28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96" name="Google Shape;296;p28"/>
          <p:cNvSpPr txBox="1"/>
          <p:nvPr>
            <p:ph type="title"/>
          </p:nvPr>
        </p:nvSpPr>
        <p:spPr>
          <a:xfrm>
            <a:off x="228600" y="369300"/>
            <a:ext cx="6480300" cy="5877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9pPr>
          </a:lstStyle>
          <a:p/>
        </p:txBody>
      </p:sp>
      <p:sp>
        <p:nvSpPr>
          <p:cNvPr id="297" name="Google Shape;297;p28"/>
          <p:cNvSpPr/>
          <p:nvPr>
            <p:ph idx="5" type="pic"/>
          </p:nvPr>
        </p:nvSpPr>
        <p:spPr>
          <a:xfrm>
            <a:off x="3795900" y="2682425"/>
            <a:ext cx="1458300" cy="1458300"/>
          </a:xfrm>
          <a:prstGeom prst="ellipse">
            <a:avLst/>
          </a:prstGeom>
          <a:noFill/>
          <a:ln cap="flat" cmpd="sng" w="9525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98" name="Google Shape;298;p28"/>
          <p:cNvSpPr txBox="1"/>
          <p:nvPr>
            <p:ph idx="6" type="body"/>
          </p:nvPr>
        </p:nvSpPr>
        <p:spPr>
          <a:xfrm>
            <a:off x="5871500" y="2468775"/>
            <a:ext cx="2864700" cy="6765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Char char="●"/>
              <a:defRPr sz="1000">
                <a:solidFill>
                  <a:schemeClr val="dk2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Char char="○"/>
              <a:defRPr sz="1000">
                <a:solidFill>
                  <a:schemeClr val="dk2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Char char="■"/>
              <a:defRPr sz="1000">
                <a:solidFill>
                  <a:schemeClr val="dk2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Char char="●"/>
              <a:defRPr sz="1000">
                <a:solidFill>
                  <a:schemeClr val="dk2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Char char="○"/>
              <a:defRPr sz="1000">
                <a:solidFill>
                  <a:schemeClr val="dk2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Char char="■"/>
              <a:defRPr sz="1000">
                <a:solidFill>
                  <a:schemeClr val="dk2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Char char="●"/>
              <a:defRPr sz="1000">
                <a:solidFill>
                  <a:schemeClr val="dk2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Char char="○"/>
              <a:defRPr sz="1000">
                <a:solidFill>
                  <a:schemeClr val="dk2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Char char="■"/>
              <a:defRPr sz="10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299" name="Google Shape;299;p28"/>
          <p:cNvSpPr txBox="1"/>
          <p:nvPr>
            <p:ph idx="7" type="body"/>
          </p:nvPr>
        </p:nvSpPr>
        <p:spPr>
          <a:xfrm>
            <a:off x="5871500" y="3553025"/>
            <a:ext cx="2864700" cy="6960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spAutoFit/>
          </a:bodyPr>
          <a:lstStyle>
            <a:lvl1pPr indent="-3048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 Medium"/>
              <a:buChar char="●"/>
              <a:defRPr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indent="-304800" lvl="1" marL="914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 Medium"/>
              <a:buChar char="○"/>
              <a:defRPr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indent="-304800" lvl="2" marL="1371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 Medium"/>
              <a:buChar char="■"/>
              <a:defRPr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indent="-304800" lvl="3" marL="18288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 Medium"/>
              <a:buChar char="●"/>
              <a:defRPr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indent="-304800" lvl="4" marL="22860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 Medium"/>
              <a:buChar char="○"/>
              <a:defRPr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indent="-304800" lvl="5" marL="27432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 Medium"/>
              <a:buChar char="■"/>
              <a:defRPr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indent="-304800" lvl="6" marL="3200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 Medium"/>
              <a:buChar char="●"/>
              <a:defRPr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indent="-304800" lvl="7" marL="3657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 Medium"/>
              <a:buChar char="○"/>
              <a:defRPr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indent="-304800" lvl="8" marL="4114800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Clr>
                <a:schemeClr val="accent3"/>
              </a:buClr>
              <a:buSzPts val="1200"/>
              <a:buFont typeface="Urbanist Medium"/>
              <a:buChar char="■"/>
              <a:defRPr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300" name="Google Shape;300;p28"/>
          <p:cNvSpPr txBox="1"/>
          <p:nvPr>
            <p:ph idx="8" type="subTitle"/>
          </p:nvPr>
        </p:nvSpPr>
        <p:spPr>
          <a:xfrm>
            <a:off x="238800" y="2720113"/>
            <a:ext cx="2824500" cy="1458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301" name="Google Shape;301;p28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302" name="Google Shape;302;p28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raphics">
  <p:cSld name="CUSTOM_2">
    <p:spTree>
      <p:nvGrpSpPr>
        <p:cNvPr id="303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p29"/>
          <p:cNvSpPr txBox="1"/>
          <p:nvPr>
            <p:ph idx="1" type="subTitle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305" name="Google Shape;305;p29"/>
          <p:cNvSpPr txBox="1"/>
          <p:nvPr>
            <p:ph idx="2" type="subTitle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306" name="Google Shape;306;p29"/>
          <p:cNvSpPr txBox="1"/>
          <p:nvPr>
            <p:ph idx="3" type="subTitle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cxnSp>
        <p:nvCxnSpPr>
          <p:cNvPr id="307" name="Google Shape;307;p29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08" name="Google Shape;308;p29"/>
          <p:cNvSpPr/>
          <p:nvPr/>
        </p:nvSpPr>
        <p:spPr>
          <a:xfrm>
            <a:off x="228600" y="1395962"/>
            <a:ext cx="2101200" cy="3054000"/>
          </a:xfrm>
          <a:prstGeom prst="roundRect">
            <a:avLst>
              <a:gd fmla="val 9631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309" name="Google Shape;309;p29"/>
          <p:cNvSpPr/>
          <p:nvPr/>
        </p:nvSpPr>
        <p:spPr>
          <a:xfrm>
            <a:off x="2423700" y="1395962"/>
            <a:ext cx="3198600" cy="3054000"/>
          </a:xfrm>
          <a:prstGeom prst="roundRect">
            <a:avLst>
              <a:gd fmla="val 6747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310" name="Google Shape;310;p29"/>
          <p:cNvSpPr/>
          <p:nvPr/>
        </p:nvSpPr>
        <p:spPr>
          <a:xfrm>
            <a:off x="5716850" y="1395962"/>
            <a:ext cx="3198600" cy="1758300"/>
          </a:xfrm>
          <a:prstGeom prst="roundRect">
            <a:avLst>
              <a:gd fmla="val 9631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311" name="Google Shape;311;p29"/>
          <p:cNvSpPr/>
          <p:nvPr/>
        </p:nvSpPr>
        <p:spPr>
          <a:xfrm>
            <a:off x="5716200" y="3231390"/>
            <a:ext cx="3198600" cy="1217400"/>
          </a:xfrm>
          <a:prstGeom prst="roundRect">
            <a:avLst>
              <a:gd fmla="val 13607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312" name="Google Shape;312;p29"/>
          <p:cNvSpPr/>
          <p:nvPr>
            <p:ph idx="4" type="pic"/>
          </p:nvPr>
        </p:nvSpPr>
        <p:spPr>
          <a:xfrm>
            <a:off x="381950" y="993050"/>
            <a:ext cx="850500" cy="850500"/>
          </a:xfrm>
          <a:prstGeom prst="ellipse">
            <a:avLst/>
          </a:prstGeom>
          <a:noFill/>
          <a:ln cap="flat" cmpd="sng" w="9525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13" name="Google Shape;313;p29"/>
          <p:cNvSpPr txBox="1"/>
          <p:nvPr>
            <p:ph idx="5" type="subTitle"/>
          </p:nvPr>
        </p:nvSpPr>
        <p:spPr>
          <a:xfrm>
            <a:off x="381950" y="2062875"/>
            <a:ext cx="1786500" cy="236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Urbanist"/>
              <a:buNone/>
              <a:defRPr b="1" sz="12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Urbanist"/>
              <a:buNone/>
              <a:defRPr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Urbanist"/>
              <a:buNone/>
              <a:defRPr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Urbanist"/>
              <a:buNone/>
              <a:defRPr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Urbanist"/>
              <a:buNone/>
              <a:defRPr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Urbanist"/>
              <a:buNone/>
              <a:defRPr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Urbanist"/>
              <a:buNone/>
              <a:defRPr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Urbanist"/>
              <a:buNone/>
              <a:defRPr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Urbanist"/>
              <a:buNone/>
              <a:defRPr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314" name="Google Shape;314;p29"/>
          <p:cNvSpPr txBox="1"/>
          <p:nvPr>
            <p:ph idx="6" type="body"/>
          </p:nvPr>
        </p:nvSpPr>
        <p:spPr>
          <a:xfrm>
            <a:off x="381950" y="2453500"/>
            <a:ext cx="17865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15" name="Google Shape;315;p29"/>
          <p:cNvSpPr txBox="1"/>
          <p:nvPr>
            <p:ph idx="7" type="subTitle"/>
          </p:nvPr>
        </p:nvSpPr>
        <p:spPr>
          <a:xfrm>
            <a:off x="2580250" y="1528150"/>
            <a:ext cx="2911500" cy="2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b="1"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316" name="Google Shape;316;p29"/>
          <p:cNvSpPr txBox="1"/>
          <p:nvPr>
            <p:ph idx="8" type="body"/>
          </p:nvPr>
        </p:nvSpPr>
        <p:spPr>
          <a:xfrm>
            <a:off x="2580250" y="1791652"/>
            <a:ext cx="2911500" cy="61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1pPr>
            <a:lvl2pPr indent="-292100" lvl="1" marL="914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○"/>
              <a:defRPr sz="1000"/>
            </a:lvl2pPr>
            <a:lvl3pPr indent="-292100" lvl="2" marL="1371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■"/>
              <a:defRPr sz="1000"/>
            </a:lvl3pPr>
            <a:lvl4pPr indent="-292100" lvl="3" marL="18288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●"/>
              <a:defRPr sz="1000"/>
            </a:lvl4pPr>
            <a:lvl5pPr indent="-292100" lvl="4" marL="22860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○"/>
              <a:defRPr sz="1000"/>
            </a:lvl5pPr>
            <a:lvl6pPr indent="-292100" lvl="5" marL="27432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■"/>
              <a:defRPr sz="1000"/>
            </a:lvl6pPr>
            <a:lvl7pPr indent="-292100" lvl="6" marL="3200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●"/>
              <a:defRPr sz="1000"/>
            </a:lvl7pPr>
            <a:lvl8pPr indent="-292100" lvl="7" marL="3657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○"/>
              <a:defRPr sz="1000"/>
            </a:lvl8pPr>
            <a:lvl9pPr indent="-292100" lvl="8" marL="4114800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SzPts val="1000"/>
              <a:buChar char="■"/>
              <a:defRPr sz="1000"/>
            </a:lvl9pPr>
          </a:lstStyle>
          <a:p/>
        </p:txBody>
      </p:sp>
      <p:cxnSp>
        <p:nvCxnSpPr>
          <p:cNvPr id="317" name="Google Shape;317;p29"/>
          <p:cNvCxnSpPr/>
          <p:nvPr/>
        </p:nvCxnSpPr>
        <p:spPr>
          <a:xfrm>
            <a:off x="2423700" y="2531312"/>
            <a:ext cx="31944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18" name="Google Shape;318;p29"/>
          <p:cNvCxnSpPr/>
          <p:nvPr/>
        </p:nvCxnSpPr>
        <p:spPr>
          <a:xfrm>
            <a:off x="2423700" y="3583537"/>
            <a:ext cx="31944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19" name="Google Shape;319;p29"/>
          <p:cNvSpPr txBox="1"/>
          <p:nvPr>
            <p:ph idx="9" type="subTitle"/>
          </p:nvPr>
        </p:nvSpPr>
        <p:spPr>
          <a:xfrm>
            <a:off x="2580250" y="2660457"/>
            <a:ext cx="2911500" cy="2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b="1"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320" name="Google Shape;320;p29"/>
          <p:cNvSpPr txBox="1"/>
          <p:nvPr>
            <p:ph idx="13" type="body"/>
          </p:nvPr>
        </p:nvSpPr>
        <p:spPr>
          <a:xfrm>
            <a:off x="2580250" y="2931046"/>
            <a:ext cx="2911500" cy="61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9pPr>
          </a:lstStyle>
          <a:p/>
        </p:txBody>
      </p:sp>
      <p:sp>
        <p:nvSpPr>
          <p:cNvPr id="321" name="Google Shape;321;p29"/>
          <p:cNvSpPr/>
          <p:nvPr/>
        </p:nvSpPr>
        <p:spPr>
          <a:xfrm flipH="1">
            <a:off x="2600988" y="3992942"/>
            <a:ext cx="681000" cy="273600"/>
          </a:xfrm>
          <a:prstGeom prst="roundRect">
            <a:avLst>
              <a:gd fmla="val 50000" name="adj"/>
            </a:avLst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t/>
            </a:r>
            <a:endParaRPr b="1" sz="800"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322" name="Google Shape;322;p29"/>
          <p:cNvSpPr/>
          <p:nvPr/>
        </p:nvSpPr>
        <p:spPr>
          <a:xfrm flipH="1">
            <a:off x="3654625" y="3992942"/>
            <a:ext cx="681000" cy="273600"/>
          </a:xfrm>
          <a:prstGeom prst="roundRect">
            <a:avLst>
              <a:gd fmla="val 50000" name="adj"/>
            </a:avLst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t/>
            </a:r>
            <a:endParaRPr b="1" sz="800"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323" name="Google Shape;323;p29"/>
          <p:cNvSpPr/>
          <p:nvPr/>
        </p:nvSpPr>
        <p:spPr>
          <a:xfrm flipH="1">
            <a:off x="4602650" y="3992942"/>
            <a:ext cx="681000" cy="273600"/>
          </a:xfrm>
          <a:prstGeom prst="roundRect">
            <a:avLst>
              <a:gd fmla="val 50000" name="adj"/>
            </a:avLst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t/>
            </a:r>
            <a:endParaRPr b="1" sz="800"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324" name="Google Shape;324;p29"/>
          <p:cNvSpPr txBox="1"/>
          <p:nvPr>
            <p:ph idx="14" type="subTitle"/>
          </p:nvPr>
        </p:nvSpPr>
        <p:spPr>
          <a:xfrm>
            <a:off x="2567250" y="3671882"/>
            <a:ext cx="2911500" cy="2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b="1"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325" name="Google Shape;325;p29"/>
          <p:cNvSpPr txBox="1"/>
          <p:nvPr>
            <p:ph idx="15" type="subTitle"/>
          </p:nvPr>
        </p:nvSpPr>
        <p:spPr>
          <a:xfrm>
            <a:off x="5877425" y="1528157"/>
            <a:ext cx="2911500" cy="2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b="1"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326" name="Google Shape;326;p29"/>
          <p:cNvSpPr txBox="1"/>
          <p:nvPr>
            <p:ph idx="16" type="subTitle"/>
          </p:nvPr>
        </p:nvSpPr>
        <p:spPr>
          <a:xfrm>
            <a:off x="5877425" y="1781107"/>
            <a:ext cx="2911500" cy="2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800"/>
              <a:buFont typeface="Urbanist"/>
              <a:buNone/>
              <a:defRPr b="1" sz="800"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327" name="Google Shape;327;p29"/>
          <p:cNvSpPr txBox="1"/>
          <p:nvPr>
            <p:ph idx="17" type="subTitle"/>
          </p:nvPr>
        </p:nvSpPr>
        <p:spPr>
          <a:xfrm>
            <a:off x="5877425" y="2219182"/>
            <a:ext cx="2911500" cy="2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800"/>
              <a:buFont typeface="Urbanist"/>
              <a:buNone/>
              <a:defRPr b="1" sz="800"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328" name="Google Shape;328;p29"/>
          <p:cNvSpPr txBox="1"/>
          <p:nvPr>
            <p:ph idx="18" type="subTitle"/>
          </p:nvPr>
        </p:nvSpPr>
        <p:spPr>
          <a:xfrm>
            <a:off x="5877425" y="2657257"/>
            <a:ext cx="2911500" cy="2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800"/>
              <a:buFont typeface="Urbanist"/>
              <a:buNone/>
              <a:defRPr b="1" sz="800"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329" name="Google Shape;329;p29"/>
          <p:cNvSpPr txBox="1"/>
          <p:nvPr>
            <p:ph idx="19" type="subTitle"/>
          </p:nvPr>
        </p:nvSpPr>
        <p:spPr>
          <a:xfrm>
            <a:off x="5877425" y="3354932"/>
            <a:ext cx="2911500" cy="2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b="1"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330" name="Google Shape;330;p29"/>
          <p:cNvSpPr txBox="1"/>
          <p:nvPr>
            <p:ph idx="20" type="subTitle"/>
          </p:nvPr>
        </p:nvSpPr>
        <p:spPr>
          <a:xfrm>
            <a:off x="228600" y="228600"/>
            <a:ext cx="2920800" cy="2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331" name="Google Shape;331;p29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332" name="Google Shape;332;p29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ilestones">
  <p:cSld name="CUSTOM_4">
    <p:spTree>
      <p:nvGrpSpPr>
        <p:cNvPr id="333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Google Shape;334;p30"/>
          <p:cNvSpPr txBox="1"/>
          <p:nvPr>
            <p:ph idx="1" type="body"/>
          </p:nvPr>
        </p:nvSpPr>
        <p:spPr>
          <a:xfrm>
            <a:off x="2054000" y="2952175"/>
            <a:ext cx="1377600" cy="937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1pPr>
            <a:lvl2pPr indent="-292100" lvl="1" marL="914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○"/>
              <a:defRPr sz="1000"/>
            </a:lvl2pPr>
            <a:lvl3pPr indent="-292100" lvl="2" marL="1371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■"/>
              <a:defRPr sz="1000"/>
            </a:lvl3pPr>
            <a:lvl4pPr indent="-292100" lvl="3" marL="18288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●"/>
              <a:defRPr sz="1000"/>
            </a:lvl4pPr>
            <a:lvl5pPr indent="-292100" lvl="4" marL="22860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○"/>
              <a:defRPr sz="1000"/>
            </a:lvl5pPr>
            <a:lvl6pPr indent="-292100" lvl="5" marL="27432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■"/>
              <a:defRPr sz="1000"/>
            </a:lvl6pPr>
            <a:lvl7pPr indent="-292100" lvl="6" marL="3200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●"/>
              <a:defRPr sz="1000"/>
            </a:lvl7pPr>
            <a:lvl8pPr indent="-292100" lvl="7" marL="3657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○"/>
              <a:defRPr sz="1000"/>
            </a:lvl8pPr>
            <a:lvl9pPr indent="-292100" lvl="8" marL="4114800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SzPts val="1000"/>
              <a:buChar char="■"/>
              <a:defRPr sz="1000"/>
            </a:lvl9pPr>
          </a:lstStyle>
          <a:p/>
        </p:txBody>
      </p:sp>
      <p:sp>
        <p:nvSpPr>
          <p:cNvPr id="335" name="Google Shape;335;p30"/>
          <p:cNvSpPr txBox="1"/>
          <p:nvPr>
            <p:ph idx="2" type="body"/>
          </p:nvPr>
        </p:nvSpPr>
        <p:spPr>
          <a:xfrm>
            <a:off x="246150" y="2952175"/>
            <a:ext cx="1458000" cy="812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9pPr>
          </a:lstStyle>
          <a:p/>
        </p:txBody>
      </p:sp>
      <p:sp>
        <p:nvSpPr>
          <p:cNvPr id="336" name="Google Shape;336;p30"/>
          <p:cNvSpPr txBox="1"/>
          <p:nvPr>
            <p:ph idx="3" type="subTitle"/>
          </p:nvPr>
        </p:nvSpPr>
        <p:spPr>
          <a:xfrm>
            <a:off x="3829950" y="2667925"/>
            <a:ext cx="1339800" cy="144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latin typeface="Urbanist SemiBold"/>
                <a:ea typeface="Urbanist SemiBold"/>
                <a:cs typeface="Urbanist SemiBold"/>
                <a:sym typeface="Urbanist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9pPr>
          </a:lstStyle>
          <a:p/>
        </p:txBody>
      </p:sp>
      <p:sp>
        <p:nvSpPr>
          <p:cNvPr id="337" name="Google Shape;337;p30"/>
          <p:cNvSpPr txBox="1"/>
          <p:nvPr>
            <p:ph idx="4" type="body"/>
          </p:nvPr>
        </p:nvSpPr>
        <p:spPr>
          <a:xfrm>
            <a:off x="3848250" y="2952163"/>
            <a:ext cx="1458000" cy="812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9pPr>
          </a:lstStyle>
          <a:p/>
        </p:txBody>
      </p:sp>
      <p:sp>
        <p:nvSpPr>
          <p:cNvPr id="338" name="Google Shape;338;p30"/>
          <p:cNvSpPr txBox="1"/>
          <p:nvPr>
            <p:ph idx="5" type="subTitle"/>
          </p:nvPr>
        </p:nvSpPr>
        <p:spPr>
          <a:xfrm>
            <a:off x="2077400" y="4218350"/>
            <a:ext cx="1377600" cy="14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339" name="Google Shape;339;p30"/>
          <p:cNvSpPr txBox="1"/>
          <p:nvPr>
            <p:ph idx="6" type="body"/>
          </p:nvPr>
        </p:nvSpPr>
        <p:spPr>
          <a:xfrm>
            <a:off x="5634175" y="2952175"/>
            <a:ext cx="1458000" cy="812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9pPr>
          </a:lstStyle>
          <a:p/>
        </p:txBody>
      </p:sp>
      <p:sp>
        <p:nvSpPr>
          <p:cNvPr id="340" name="Google Shape;340;p30"/>
          <p:cNvSpPr txBox="1"/>
          <p:nvPr>
            <p:ph idx="7" type="subTitle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341" name="Google Shape;341;p30"/>
          <p:cNvSpPr txBox="1"/>
          <p:nvPr>
            <p:ph idx="8" type="subTitle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342" name="Google Shape;342;p30"/>
          <p:cNvSpPr txBox="1"/>
          <p:nvPr>
            <p:ph idx="9" type="subTitle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cxnSp>
        <p:nvCxnSpPr>
          <p:cNvPr id="343" name="Google Shape;343;p30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44" name="Google Shape;344;p30"/>
          <p:cNvSpPr txBox="1"/>
          <p:nvPr>
            <p:ph type="title"/>
          </p:nvPr>
        </p:nvSpPr>
        <p:spPr>
          <a:xfrm>
            <a:off x="228600" y="613525"/>
            <a:ext cx="6841500" cy="7530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sp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400">
                <a:solidFill>
                  <a:schemeClr val="dk2"/>
                </a:solidFill>
              </a:defRPr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345" name="Google Shape;345;p30"/>
          <p:cNvSpPr txBox="1"/>
          <p:nvPr>
            <p:ph idx="13" type="subTitle"/>
          </p:nvPr>
        </p:nvSpPr>
        <p:spPr>
          <a:xfrm>
            <a:off x="277500" y="4218350"/>
            <a:ext cx="1377600" cy="14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346" name="Google Shape;346;p30"/>
          <p:cNvSpPr txBox="1"/>
          <p:nvPr>
            <p:ph idx="14" type="subTitle"/>
          </p:nvPr>
        </p:nvSpPr>
        <p:spPr>
          <a:xfrm>
            <a:off x="3877300" y="4218350"/>
            <a:ext cx="1377600" cy="14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347" name="Google Shape;347;p30"/>
          <p:cNvSpPr txBox="1"/>
          <p:nvPr>
            <p:ph idx="15" type="subTitle"/>
          </p:nvPr>
        </p:nvSpPr>
        <p:spPr>
          <a:xfrm>
            <a:off x="5677200" y="4218350"/>
            <a:ext cx="1377600" cy="14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348" name="Google Shape;348;p30"/>
          <p:cNvSpPr txBox="1"/>
          <p:nvPr>
            <p:ph idx="16" type="subTitle"/>
          </p:nvPr>
        </p:nvSpPr>
        <p:spPr>
          <a:xfrm>
            <a:off x="7477100" y="4218350"/>
            <a:ext cx="1377600" cy="14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349" name="Google Shape;349;p30"/>
          <p:cNvSpPr txBox="1"/>
          <p:nvPr>
            <p:ph idx="17" type="subTitle"/>
          </p:nvPr>
        </p:nvSpPr>
        <p:spPr>
          <a:xfrm>
            <a:off x="238800" y="2667925"/>
            <a:ext cx="1339800" cy="144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0" name="Google Shape;350;p30"/>
          <p:cNvSpPr txBox="1"/>
          <p:nvPr>
            <p:ph idx="18" type="subTitle"/>
          </p:nvPr>
        </p:nvSpPr>
        <p:spPr>
          <a:xfrm>
            <a:off x="2034375" y="2667925"/>
            <a:ext cx="1339800" cy="144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latin typeface="Urbanist SemiBold"/>
                <a:ea typeface="Urbanist SemiBold"/>
                <a:cs typeface="Urbanist SemiBold"/>
                <a:sym typeface="Urbanist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9pPr>
          </a:lstStyle>
          <a:p/>
        </p:txBody>
      </p:sp>
      <p:sp>
        <p:nvSpPr>
          <p:cNvPr id="351" name="Google Shape;351;p30"/>
          <p:cNvSpPr txBox="1"/>
          <p:nvPr>
            <p:ph idx="19" type="subTitle"/>
          </p:nvPr>
        </p:nvSpPr>
        <p:spPr>
          <a:xfrm>
            <a:off x="5645375" y="2667925"/>
            <a:ext cx="1339800" cy="144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latin typeface="Urbanist SemiBold"/>
                <a:ea typeface="Urbanist SemiBold"/>
                <a:cs typeface="Urbanist SemiBold"/>
                <a:sym typeface="Urbanist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9pPr>
          </a:lstStyle>
          <a:p/>
        </p:txBody>
      </p:sp>
      <p:sp>
        <p:nvSpPr>
          <p:cNvPr id="352" name="Google Shape;352;p30"/>
          <p:cNvSpPr txBox="1"/>
          <p:nvPr>
            <p:ph idx="20" type="subTitle"/>
          </p:nvPr>
        </p:nvSpPr>
        <p:spPr>
          <a:xfrm>
            <a:off x="7460789" y="2667925"/>
            <a:ext cx="1339800" cy="144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latin typeface="Urbanist SemiBold"/>
                <a:ea typeface="Urbanist SemiBold"/>
                <a:cs typeface="Urbanist SemiBold"/>
                <a:sym typeface="Urbanist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9pPr>
          </a:lstStyle>
          <a:p/>
        </p:txBody>
      </p:sp>
      <p:sp>
        <p:nvSpPr>
          <p:cNvPr id="353" name="Google Shape;353;p30"/>
          <p:cNvSpPr txBox="1"/>
          <p:nvPr>
            <p:ph idx="21" type="subTitle"/>
          </p:nvPr>
        </p:nvSpPr>
        <p:spPr>
          <a:xfrm>
            <a:off x="372900" y="2029450"/>
            <a:ext cx="314100" cy="338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Urbanist"/>
              <a:buNone/>
              <a:defRPr b="1">
                <a:solidFill>
                  <a:schemeClr val="dk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354" name="Google Shape;354;p30"/>
          <p:cNvSpPr txBox="1"/>
          <p:nvPr>
            <p:ph idx="22" type="subTitle"/>
          </p:nvPr>
        </p:nvSpPr>
        <p:spPr>
          <a:xfrm>
            <a:off x="2178663" y="2027390"/>
            <a:ext cx="314100" cy="338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Urbanist"/>
              <a:buNone/>
              <a:defRPr b="1">
                <a:solidFill>
                  <a:schemeClr val="accent3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355" name="Google Shape;355;p30"/>
          <p:cNvSpPr txBox="1"/>
          <p:nvPr>
            <p:ph idx="23" type="subTitle"/>
          </p:nvPr>
        </p:nvSpPr>
        <p:spPr>
          <a:xfrm>
            <a:off x="3974250" y="2027390"/>
            <a:ext cx="314100" cy="338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Urbanist"/>
              <a:buNone/>
              <a:defRPr b="1">
                <a:solidFill>
                  <a:schemeClr val="accent3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356" name="Google Shape;356;p30"/>
          <p:cNvSpPr txBox="1"/>
          <p:nvPr>
            <p:ph idx="24" type="subTitle"/>
          </p:nvPr>
        </p:nvSpPr>
        <p:spPr>
          <a:xfrm>
            <a:off x="5789675" y="2027390"/>
            <a:ext cx="314100" cy="338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Urbanist"/>
              <a:buNone/>
              <a:defRPr b="1">
                <a:solidFill>
                  <a:schemeClr val="accent3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357" name="Google Shape;357;p30"/>
          <p:cNvSpPr txBox="1"/>
          <p:nvPr>
            <p:ph idx="25" type="subTitle"/>
          </p:nvPr>
        </p:nvSpPr>
        <p:spPr>
          <a:xfrm>
            <a:off x="7605089" y="2027390"/>
            <a:ext cx="314100" cy="338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Urbanist"/>
              <a:buNone/>
              <a:defRPr b="1">
                <a:solidFill>
                  <a:schemeClr val="accent3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358" name="Google Shape;358;p30"/>
          <p:cNvSpPr txBox="1"/>
          <p:nvPr>
            <p:ph idx="26" type="body"/>
          </p:nvPr>
        </p:nvSpPr>
        <p:spPr>
          <a:xfrm>
            <a:off x="7450350" y="2952175"/>
            <a:ext cx="1458000" cy="812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9pPr>
          </a:lstStyle>
          <a:p/>
        </p:txBody>
      </p:sp>
      <p:sp>
        <p:nvSpPr>
          <p:cNvPr id="359" name="Google Shape;359;p30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360" name="Google Shape;360;p30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etrics ">
  <p:cSld name="CUSTOM_5">
    <p:spTree>
      <p:nvGrpSpPr>
        <p:cNvPr id="361" name="Shape 3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2" name="Google Shape;362;p31"/>
          <p:cNvSpPr txBox="1"/>
          <p:nvPr>
            <p:ph idx="1" type="subTitle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363" name="Google Shape;363;p31"/>
          <p:cNvSpPr txBox="1"/>
          <p:nvPr>
            <p:ph idx="2" type="subTitle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364" name="Google Shape;364;p31"/>
          <p:cNvSpPr txBox="1"/>
          <p:nvPr>
            <p:ph idx="3" type="subTitle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cxnSp>
        <p:nvCxnSpPr>
          <p:cNvPr id="365" name="Google Shape;365;p31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66" name="Google Shape;366;p31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367" name="Google Shape;367;p31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368" name="Google Shape;368;p31"/>
          <p:cNvSpPr txBox="1"/>
          <p:nvPr>
            <p:ph idx="4" type="subTitle"/>
          </p:nvPr>
        </p:nvSpPr>
        <p:spPr>
          <a:xfrm>
            <a:off x="6314800" y="458325"/>
            <a:ext cx="2294700" cy="3300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Urbanist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9" name="Google Shape;369;p31"/>
          <p:cNvSpPr txBox="1"/>
          <p:nvPr>
            <p:ph type="title"/>
          </p:nvPr>
        </p:nvSpPr>
        <p:spPr>
          <a:xfrm>
            <a:off x="237650" y="746900"/>
            <a:ext cx="2834700" cy="25908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>
                <a:latin typeface="Urbanist"/>
                <a:ea typeface="Urbanist"/>
                <a:cs typeface="Urbanist"/>
                <a:sym typeface="Urbanis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9pPr>
          </a:lstStyle>
          <a:p/>
        </p:txBody>
      </p:sp>
      <p:sp>
        <p:nvSpPr>
          <p:cNvPr id="370" name="Google Shape;370;p31"/>
          <p:cNvSpPr txBox="1"/>
          <p:nvPr>
            <p:ph idx="5" type="subTitle"/>
          </p:nvPr>
        </p:nvSpPr>
        <p:spPr>
          <a:xfrm>
            <a:off x="229175" y="229175"/>
            <a:ext cx="2834700" cy="3300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71" name="Google Shape;371;p31"/>
          <p:cNvSpPr txBox="1"/>
          <p:nvPr>
            <p:ph idx="6" type="subTitle"/>
          </p:nvPr>
        </p:nvSpPr>
        <p:spPr>
          <a:xfrm>
            <a:off x="3437500" y="882725"/>
            <a:ext cx="2294700" cy="5007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372" name="Google Shape;372;p31"/>
          <p:cNvSpPr txBox="1"/>
          <p:nvPr>
            <p:ph idx="7" type="title"/>
          </p:nvPr>
        </p:nvSpPr>
        <p:spPr>
          <a:xfrm>
            <a:off x="3611850" y="1848195"/>
            <a:ext cx="1924200" cy="5940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200"/>
              <a:buNone/>
              <a:defRPr sz="62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200"/>
              <a:buNone/>
              <a:defRPr sz="62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200"/>
              <a:buNone/>
              <a:defRPr sz="62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200"/>
              <a:buNone/>
              <a:defRPr sz="62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200"/>
              <a:buNone/>
              <a:defRPr sz="62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200"/>
              <a:buNone/>
              <a:defRPr sz="62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200"/>
              <a:buNone/>
              <a:defRPr sz="62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200"/>
              <a:buNone/>
              <a:defRPr sz="62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200"/>
              <a:buNone/>
              <a:defRPr sz="6200"/>
            </a:lvl9pPr>
          </a:lstStyle>
          <a:p/>
        </p:txBody>
      </p:sp>
      <p:sp>
        <p:nvSpPr>
          <p:cNvPr id="373" name="Google Shape;373;p31"/>
          <p:cNvSpPr txBox="1"/>
          <p:nvPr>
            <p:ph idx="8" type="title"/>
          </p:nvPr>
        </p:nvSpPr>
        <p:spPr>
          <a:xfrm>
            <a:off x="3611850" y="3250202"/>
            <a:ext cx="1920300" cy="594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200"/>
              <a:buFont typeface="Urbanist"/>
              <a:buNone/>
              <a:defRPr sz="6200">
                <a:latin typeface="Urbanist"/>
                <a:ea typeface="Urbanist"/>
                <a:cs typeface="Urbanist"/>
                <a:sym typeface="Urbanis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9pPr>
          </a:lstStyle>
          <a:p/>
        </p:txBody>
      </p:sp>
      <p:sp>
        <p:nvSpPr>
          <p:cNvPr id="374" name="Google Shape;374;p31"/>
          <p:cNvSpPr txBox="1"/>
          <p:nvPr>
            <p:ph idx="9" type="subTitle"/>
          </p:nvPr>
        </p:nvSpPr>
        <p:spPr>
          <a:xfrm>
            <a:off x="3611850" y="2707575"/>
            <a:ext cx="2120400" cy="168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375" name="Google Shape;375;p31"/>
          <p:cNvSpPr txBox="1"/>
          <p:nvPr>
            <p:ph idx="13" type="subTitle"/>
          </p:nvPr>
        </p:nvSpPr>
        <p:spPr>
          <a:xfrm>
            <a:off x="3611850" y="4076800"/>
            <a:ext cx="2120400" cy="168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376" name="Google Shape;376;p31"/>
          <p:cNvSpPr txBox="1"/>
          <p:nvPr>
            <p:ph idx="14" type="subTitle"/>
          </p:nvPr>
        </p:nvSpPr>
        <p:spPr>
          <a:xfrm>
            <a:off x="6258900" y="3267725"/>
            <a:ext cx="2478300" cy="5007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377" name="Google Shape;377;p31"/>
          <p:cNvSpPr txBox="1"/>
          <p:nvPr>
            <p:ph idx="15" type="subTitle"/>
          </p:nvPr>
        </p:nvSpPr>
        <p:spPr>
          <a:xfrm>
            <a:off x="6258900" y="3955225"/>
            <a:ext cx="2478300" cy="3300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Urbanist"/>
              <a:buNone/>
              <a:defRPr b="1" u="sng"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>
  <p:cSld name="Title slide">
    <p:spTree>
      <p:nvGrpSpPr>
        <p:cNvPr id="378" name="Shape 3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9" name="Google Shape;379;p3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380" name="Google Shape;380;p3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>
  <p:cSld name="Section header">
    <p:spTree>
      <p:nvGrpSpPr>
        <p:cNvPr id="381" name="Shape 3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2" name="Google Shape;382;p3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>
  <p:cSld name="Title and body">
    <p:spTree>
      <p:nvGrpSpPr>
        <p:cNvPr id="383" name="Shape 3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4" name="Google Shape;384;p3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85" name="Google Shape;385;p3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>
  <p:cSld name="Title and two columns">
    <p:spTree>
      <p:nvGrpSpPr>
        <p:cNvPr id="386" name="Shape 3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7" name="Google Shape;387;p3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88" name="Google Shape;388;p3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89" name="Google Shape;389;p3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>
  <p:cSld name="Title only">
    <p:spTree>
      <p:nvGrpSpPr>
        <p:cNvPr id="390" name="Shape 3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1" name="Google Shape;391;p3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 column text">
    <p:spTree>
      <p:nvGrpSpPr>
        <p:cNvPr id="392" name="Shape 3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3" name="Google Shape;393;p3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94" name="Google Shape;394;p3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 point">
    <p:spTree>
      <p:nvGrpSpPr>
        <p:cNvPr id="395" name="Shape 3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6" name="Google Shape;396;p3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 title and description">
    <p:spTree>
      <p:nvGrpSpPr>
        <p:cNvPr id="397" name="Shape 3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8" name="Google Shape;398;p3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99" name="Google Shape;399;p3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400" name="Google Shape;400;p3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">
    <p:spTree>
      <p:nvGrpSpPr>
        <p:cNvPr id="401" name="Shape 4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2" name="Google Shape;402;p4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</a:lstStyle>
          <a:p/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 number">
    <p:spTree>
      <p:nvGrpSpPr>
        <p:cNvPr id="403" name="Shape 4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4" name="Google Shape;404;p4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05" name="Google Shape;405;p4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algn="ctr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 algn="ctr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 algn="ctr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 algn="ctr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 algn="ctr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 algn="ctr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 algn="ctr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 algn="ctr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 algn="ctr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>
  <p:cSld name="Blank">
    <p:spTree>
      <p:nvGrpSpPr>
        <p:cNvPr id="406" name="Shape 4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">
  <p:cSld name="Agenda">
    <p:spTree>
      <p:nvGrpSpPr>
        <p:cNvPr id="407" name="Shape 4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8" name="Google Shape;408;p43"/>
          <p:cNvSpPr txBox="1"/>
          <p:nvPr>
            <p:ph type="title"/>
          </p:nvPr>
        </p:nvSpPr>
        <p:spPr>
          <a:xfrm>
            <a:off x="677325" y="1832775"/>
            <a:ext cx="3217200" cy="1484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409" name="Google Shape;409;p43"/>
          <p:cNvSpPr txBox="1"/>
          <p:nvPr>
            <p:ph idx="1" type="subTitle"/>
          </p:nvPr>
        </p:nvSpPr>
        <p:spPr>
          <a:xfrm>
            <a:off x="4406650" y="39375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10" name="Google Shape;410;p43"/>
          <p:cNvSpPr txBox="1"/>
          <p:nvPr>
            <p:ph idx="2" type="subTitle"/>
          </p:nvPr>
        </p:nvSpPr>
        <p:spPr>
          <a:xfrm>
            <a:off x="4406650" y="115170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11" name="Google Shape;411;p43"/>
          <p:cNvSpPr txBox="1"/>
          <p:nvPr>
            <p:ph idx="3" type="subTitle"/>
          </p:nvPr>
        </p:nvSpPr>
        <p:spPr>
          <a:xfrm>
            <a:off x="4406650" y="342557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12" name="Google Shape;412;p43"/>
          <p:cNvSpPr txBox="1"/>
          <p:nvPr>
            <p:ph idx="4" type="subTitle"/>
          </p:nvPr>
        </p:nvSpPr>
        <p:spPr>
          <a:xfrm>
            <a:off x="4406650" y="190966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13" name="Google Shape;413;p43"/>
          <p:cNvSpPr txBox="1"/>
          <p:nvPr>
            <p:ph idx="5" type="subTitle"/>
          </p:nvPr>
        </p:nvSpPr>
        <p:spPr>
          <a:xfrm>
            <a:off x="4406650" y="418352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14" name="Google Shape;414;p43"/>
          <p:cNvSpPr txBox="1"/>
          <p:nvPr>
            <p:ph idx="6" type="subTitle"/>
          </p:nvPr>
        </p:nvSpPr>
        <p:spPr>
          <a:xfrm>
            <a:off x="4406650" y="266761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ody and image">
  <p:cSld name="Title, body and image">
    <p:spTree>
      <p:nvGrpSpPr>
        <p:cNvPr id="415" name="Shape 4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6" name="Google Shape;416;p4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417" name="Google Shape;417;p44"/>
          <p:cNvSpPr txBox="1"/>
          <p:nvPr>
            <p:ph idx="1" type="body"/>
          </p:nvPr>
        </p:nvSpPr>
        <p:spPr>
          <a:xfrm>
            <a:off x="311700" y="1152475"/>
            <a:ext cx="4473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18" name="Google Shape;418;p44"/>
          <p:cNvSpPr/>
          <p:nvPr>
            <p:ph idx="2" type="pic"/>
          </p:nvPr>
        </p:nvSpPr>
        <p:spPr>
          <a:xfrm>
            <a:off x="4992024" y="1152775"/>
            <a:ext cx="3840300" cy="34164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big ideas">
  <p:cSld name="Two big ideas">
    <p:spTree>
      <p:nvGrpSpPr>
        <p:cNvPr id="419" name="Shape 4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0" name="Google Shape;420;p45"/>
          <p:cNvSpPr txBox="1"/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421" name="Google Shape;421;p45"/>
          <p:cNvSpPr txBox="1"/>
          <p:nvPr>
            <p:ph idx="1" type="body"/>
          </p:nvPr>
        </p:nvSpPr>
        <p:spPr>
          <a:xfrm>
            <a:off x="483150" y="2237788"/>
            <a:ext cx="36198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22" name="Google Shape;422;p45"/>
          <p:cNvSpPr txBox="1"/>
          <p:nvPr>
            <p:ph idx="2" type="body"/>
          </p:nvPr>
        </p:nvSpPr>
        <p:spPr>
          <a:xfrm>
            <a:off x="5048000" y="2237788"/>
            <a:ext cx="36198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23" name="Google Shape;423;p45"/>
          <p:cNvSpPr txBox="1"/>
          <p:nvPr>
            <p:ph idx="3" type="subTitle"/>
          </p:nvPr>
        </p:nvSpPr>
        <p:spPr>
          <a:xfrm>
            <a:off x="483150" y="1336161"/>
            <a:ext cx="36198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24" name="Google Shape;424;p45"/>
          <p:cNvSpPr txBox="1"/>
          <p:nvPr>
            <p:ph idx="4" type="subTitle"/>
          </p:nvPr>
        </p:nvSpPr>
        <p:spPr>
          <a:xfrm>
            <a:off x="5048000" y="1336161"/>
            <a:ext cx="36198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deas">
  <p:cSld name="Three big ideas">
    <p:spTree>
      <p:nvGrpSpPr>
        <p:cNvPr id="425" name="Shape 4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6" name="Google Shape;426;p46"/>
          <p:cNvSpPr txBox="1"/>
          <p:nvPr>
            <p:ph idx="1" type="body"/>
          </p:nvPr>
        </p:nvSpPr>
        <p:spPr>
          <a:xfrm>
            <a:off x="48317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27" name="Google Shape;427;p46"/>
          <p:cNvSpPr txBox="1"/>
          <p:nvPr>
            <p:ph idx="2" type="body"/>
          </p:nvPr>
        </p:nvSpPr>
        <p:spPr>
          <a:xfrm>
            <a:off x="334772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28" name="Google Shape;428;p46"/>
          <p:cNvSpPr txBox="1"/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429" name="Google Shape;429;p46"/>
          <p:cNvSpPr txBox="1"/>
          <p:nvPr>
            <p:ph idx="3" type="subTitle"/>
          </p:nvPr>
        </p:nvSpPr>
        <p:spPr>
          <a:xfrm>
            <a:off x="48317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30" name="Google Shape;430;p46"/>
          <p:cNvSpPr txBox="1"/>
          <p:nvPr>
            <p:ph idx="4" type="subTitle"/>
          </p:nvPr>
        </p:nvSpPr>
        <p:spPr>
          <a:xfrm>
            <a:off x="334772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31" name="Google Shape;431;p46"/>
          <p:cNvSpPr txBox="1"/>
          <p:nvPr>
            <p:ph idx="5" type="subTitle"/>
          </p:nvPr>
        </p:nvSpPr>
        <p:spPr>
          <a:xfrm>
            <a:off x="621227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32" name="Google Shape;432;p46"/>
          <p:cNvSpPr txBox="1"/>
          <p:nvPr>
            <p:ph idx="6" type="body"/>
          </p:nvPr>
        </p:nvSpPr>
        <p:spPr>
          <a:xfrm>
            <a:off x="621227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big ideas">
  <p:cSld name="Four big ideas">
    <p:spTree>
      <p:nvGrpSpPr>
        <p:cNvPr id="433" name="Shape 4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4" name="Google Shape;434;p47"/>
          <p:cNvSpPr txBox="1"/>
          <p:nvPr>
            <p:ph idx="1" type="body"/>
          </p:nvPr>
        </p:nvSpPr>
        <p:spPr>
          <a:xfrm>
            <a:off x="366725" y="1759093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35" name="Google Shape;435;p47"/>
          <p:cNvSpPr txBox="1"/>
          <p:nvPr>
            <p:ph idx="2" type="body"/>
          </p:nvPr>
        </p:nvSpPr>
        <p:spPr>
          <a:xfrm>
            <a:off x="4938725" y="1759093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36" name="Google Shape;436;p47"/>
          <p:cNvSpPr txBox="1"/>
          <p:nvPr>
            <p:ph idx="3" type="body"/>
          </p:nvPr>
        </p:nvSpPr>
        <p:spPr>
          <a:xfrm>
            <a:off x="366750" y="3648575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37" name="Google Shape;437;p47"/>
          <p:cNvSpPr txBox="1"/>
          <p:nvPr>
            <p:ph idx="4" type="body"/>
          </p:nvPr>
        </p:nvSpPr>
        <p:spPr>
          <a:xfrm>
            <a:off x="4938750" y="3648575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38" name="Google Shape;438;p47"/>
          <p:cNvSpPr txBox="1"/>
          <p:nvPr>
            <p:ph type="title"/>
          </p:nvPr>
        </p:nvSpPr>
        <p:spPr>
          <a:xfrm>
            <a:off x="366750" y="450025"/>
            <a:ext cx="8184600" cy="75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439" name="Google Shape;439;p47"/>
          <p:cNvSpPr txBox="1"/>
          <p:nvPr>
            <p:ph idx="5" type="subTitle"/>
          </p:nvPr>
        </p:nvSpPr>
        <p:spPr>
          <a:xfrm>
            <a:off x="366763" y="1277907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40" name="Google Shape;440;p47"/>
          <p:cNvSpPr txBox="1"/>
          <p:nvPr>
            <p:ph idx="6" type="subTitle"/>
          </p:nvPr>
        </p:nvSpPr>
        <p:spPr>
          <a:xfrm>
            <a:off x="4938738" y="1277907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41" name="Google Shape;441;p47"/>
          <p:cNvSpPr txBox="1"/>
          <p:nvPr>
            <p:ph idx="7" type="subTitle"/>
          </p:nvPr>
        </p:nvSpPr>
        <p:spPr>
          <a:xfrm>
            <a:off x="4938761" y="3167363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42" name="Google Shape;442;p47"/>
          <p:cNvSpPr txBox="1"/>
          <p:nvPr>
            <p:ph idx="8" type="subTitle"/>
          </p:nvPr>
        </p:nvSpPr>
        <p:spPr>
          <a:xfrm>
            <a:off x="366750" y="3167363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image">
  <p:cSld name="Title and image">
    <p:spTree>
      <p:nvGrpSpPr>
        <p:cNvPr id="443" name="Shape 4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4" name="Google Shape;444;p4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445" name="Google Shape;445;p48"/>
          <p:cNvSpPr/>
          <p:nvPr>
            <p:ph idx="2" type="pic"/>
          </p:nvPr>
        </p:nvSpPr>
        <p:spPr>
          <a:xfrm>
            <a:off x="311700" y="1170425"/>
            <a:ext cx="8520600" cy="34929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storyboards">
  <p:cSld name="Two storyboards">
    <p:spTree>
      <p:nvGrpSpPr>
        <p:cNvPr id="446" name="Shape 4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7" name="Google Shape;447;p49"/>
          <p:cNvSpPr txBox="1"/>
          <p:nvPr>
            <p:ph idx="1" type="body"/>
          </p:nvPr>
        </p:nvSpPr>
        <p:spPr>
          <a:xfrm>
            <a:off x="311700" y="4080225"/>
            <a:ext cx="4027500" cy="9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48" name="Google Shape;448;p49"/>
          <p:cNvSpPr/>
          <p:nvPr>
            <p:ph idx="2" type="pic"/>
          </p:nvPr>
        </p:nvSpPr>
        <p:spPr>
          <a:xfrm>
            <a:off x="48048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449" name="Google Shape;449;p49"/>
          <p:cNvSpPr/>
          <p:nvPr>
            <p:ph idx="3" type="pic"/>
          </p:nvPr>
        </p:nvSpPr>
        <p:spPr>
          <a:xfrm>
            <a:off x="3117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450" name="Google Shape;450;p49"/>
          <p:cNvSpPr txBox="1"/>
          <p:nvPr>
            <p:ph idx="4" type="body"/>
          </p:nvPr>
        </p:nvSpPr>
        <p:spPr>
          <a:xfrm>
            <a:off x="4804825" y="4080225"/>
            <a:ext cx="4027500" cy="9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51" name="Google Shape;451;p4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452" name="Google Shape;452;p49"/>
          <p:cNvSpPr txBox="1"/>
          <p:nvPr>
            <p:ph idx="5" type="subTitle"/>
          </p:nvPr>
        </p:nvSpPr>
        <p:spPr>
          <a:xfrm>
            <a:off x="311725" y="3582900"/>
            <a:ext cx="4027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453" name="Google Shape;453;p49"/>
          <p:cNvSpPr txBox="1"/>
          <p:nvPr>
            <p:ph idx="6" type="subTitle"/>
          </p:nvPr>
        </p:nvSpPr>
        <p:spPr>
          <a:xfrm>
            <a:off x="4804825" y="3582900"/>
            <a:ext cx="4027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storyboards">
  <p:cSld name="Three storyboards">
    <p:spTree>
      <p:nvGrpSpPr>
        <p:cNvPr id="454" name="Shape 4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5" name="Google Shape;455;p50"/>
          <p:cNvSpPr txBox="1"/>
          <p:nvPr>
            <p:ph idx="1" type="body"/>
          </p:nvPr>
        </p:nvSpPr>
        <p:spPr>
          <a:xfrm>
            <a:off x="311700" y="39117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56" name="Google Shape;456;p50"/>
          <p:cNvSpPr/>
          <p:nvPr>
            <p:ph idx="2" type="pic"/>
          </p:nvPr>
        </p:nvSpPr>
        <p:spPr>
          <a:xfrm>
            <a:off x="6205225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457" name="Google Shape;457;p50"/>
          <p:cNvSpPr/>
          <p:nvPr>
            <p:ph idx="3" type="pic"/>
          </p:nvPr>
        </p:nvSpPr>
        <p:spPr>
          <a:xfrm>
            <a:off x="311725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458" name="Google Shape;458;p50"/>
          <p:cNvSpPr txBox="1"/>
          <p:nvPr>
            <p:ph idx="4" type="body"/>
          </p:nvPr>
        </p:nvSpPr>
        <p:spPr>
          <a:xfrm>
            <a:off x="6205225" y="39117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59" name="Google Shape;459;p50"/>
          <p:cNvSpPr/>
          <p:nvPr>
            <p:ph idx="5" type="pic"/>
          </p:nvPr>
        </p:nvSpPr>
        <p:spPr>
          <a:xfrm>
            <a:off x="3255250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460" name="Google Shape;460;p50"/>
          <p:cNvSpPr txBox="1"/>
          <p:nvPr>
            <p:ph idx="6" type="body"/>
          </p:nvPr>
        </p:nvSpPr>
        <p:spPr>
          <a:xfrm>
            <a:off x="3255250" y="39117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61" name="Google Shape;461;p5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462" name="Google Shape;462;p50"/>
          <p:cNvSpPr txBox="1"/>
          <p:nvPr>
            <p:ph idx="7" type="subTitle"/>
          </p:nvPr>
        </p:nvSpPr>
        <p:spPr>
          <a:xfrm>
            <a:off x="311725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463" name="Google Shape;463;p50"/>
          <p:cNvSpPr txBox="1"/>
          <p:nvPr>
            <p:ph idx="8" type="subTitle"/>
          </p:nvPr>
        </p:nvSpPr>
        <p:spPr>
          <a:xfrm>
            <a:off x="6205225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464" name="Google Shape;464;p50"/>
          <p:cNvSpPr txBox="1"/>
          <p:nvPr>
            <p:ph idx="9" type="subTitle"/>
          </p:nvPr>
        </p:nvSpPr>
        <p:spPr>
          <a:xfrm>
            <a:off x="3255250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only">
  <p:cSld name="Image only">
    <p:spTree>
      <p:nvGrpSpPr>
        <p:cNvPr id="465" name="Shape 4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6" name="Google Shape;466;p51"/>
          <p:cNvSpPr/>
          <p:nvPr>
            <p:ph idx="2" type="pic"/>
          </p:nvPr>
        </p:nvSpPr>
        <p:spPr>
          <a:xfrm>
            <a:off x="311700" y="445025"/>
            <a:ext cx="8520600" cy="42183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grid">
  <p:cSld name="Image grid">
    <p:spTree>
      <p:nvGrpSpPr>
        <p:cNvPr id="467" name="Shape 4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8" name="Google Shape;468;p52"/>
          <p:cNvSpPr/>
          <p:nvPr>
            <p:ph idx="2" type="pic"/>
          </p:nvPr>
        </p:nvSpPr>
        <p:spPr>
          <a:xfrm>
            <a:off x="3389600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69" name="Google Shape;469;p52"/>
          <p:cNvSpPr/>
          <p:nvPr>
            <p:ph idx="3" type="pic"/>
          </p:nvPr>
        </p:nvSpPr>
        <p:spPr>
          <a:xfrm>
            <a:off x="5195935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70" name="Google Shape;470;p52"/>
          <p:cNvSpPr/>
          <p:nvPr>
            <p:ph idx="4" type="pic"/>
          </p:nvPr>
        </p:nvSpPr>
        <p:spPr>
          <a:xfrm>
            <a:off x="7002270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71" name="Google Shape;471;p52"/>
          <p:cNvSpPr/>
          <p:nvPr>
            <p:ph idx="5" type="pic"/>
          </p:nvPr>
        </p:nvSpPr>
        <p:spPr>
          <a:xfrm>
            <a:off x="3389588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72" name="Google Shape;472;p52"/>
          <p:cNvSpPr/>
          <p:nvPr>
            <p:ph idx="6" type="pic"/>
          </p:nvPr>
        </p:nvSpPr>
        <p:spPr>
          <a:xfrm>
            <a:off x="5195922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73" name="Google Shape;473;p52"/>
          <p:cNvSpPr/>
          <p:nvPr>
            <p:ph idx="7" type="pic"/>
          </p:nvPr>
        </p:nvSpPr>
        <p:spPr>
          <a:xfrm>
            <a:off x="7002257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74" name="Google Shape;474;p52"/>
          <p:cNvSpPr txBox="1"/>
          <p:nvPr>
            <p:ph type="title"/>
          </p:nvPr>
        </p:nvSpPr>
        <p:spPr>
          <a:xfrm>
            <a:off x="351550" y="445025"/>
            <a:ext cx="2596800" cy="170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475" name="Google Shape;475;p52"/>
          <p:cNvSpPr/>
          <p:nvPr>
            <p:ph idx="8" type="pic"/>
          </p:nvPr>
        </p:nvSpPr>
        <p:spPr>
          <a:xfrm>
            <a:off x="3389588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76" name="Google Shape;476;p52"/>
          <p:cNvSpPr/>
          <p:nvPr>
            <p:ph idx="9" type="pic"/>
          </p:nvPr>
        </p:nvSpPr>
        <p:spPr>
          <a:xfrm>
            <a:off x="5195922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77" name="Google Shape;477;p52"/>
          <p:cNvSpPr/>
          <p:nvPr>
            <p:ph idx="13" type="pic"/>
          </p:nvPr>
        </p:nvSpPr>
        <p:spPr>
          <a:xfrm>
            <a:off x="7002257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  <p:extLst>
    <p:ext uri="{DCECCB84-F9BA-43D5-87BE-67443E8EF086}">
      <p15:sldGuideLst>
        <p15:guide id="1" pos="5564">
          <p15:clr>
            <a:srgbClr val="E46962"/>
          </p15:clr>
        </p15:guide>
      </p15:sldGuideLst>
    </p:ext>
  </p:extLst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40" Type="http://schemas.openxmlformats.org/officeDocument/2006/relationships/theme" Target="../theme/theme3.xml"/><Relationship Id="rId20" Type="http://schemas.openxmlformats.org/officeDocument/2006/relationships/slideLayout" Target="../slideLayouts/slideLayout31.xml"/><Relationship Id="rId22" Type="http://schemas.openxmlformats.org/officeDocument/2006/relationships/slideLayout" Target="../slideLayouts/slideLayout33.xml"/><Relationship Id="rId21" Type="http://schemas.openxmlformats.org/officeDocument/2006/relationships/slideLayout" Target="../slideLayouts/slideLayout32.xml"/><Relationship Id="rId24" Type="http://schemas.openxmlformats.org/officeDocument/2006/relationships/slideLayout" Target="../slideLayouts/slideLayout35.xml"/><Relationship Id="rId23" Type="http://schemas.openxmlformats.org/officeDocument/2006/relationships/slideLayout" Target="../slideLayouts/slideLayout34.xml"/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26" Type="http://schemas.openxmlformats.org/officeDocument/2006/relationships/slideLayout" Target="../slideLayouts/slideLayout37.xml"/><Relationship Id="rId25" Type="http://schemas.openxmlformats.org/officeDocument/2006/relationships/slideLayout" Target="../slideLayouts/slideLayout36.xml"/><Relationship Id="rId28" Type="http://schemas.openxmlformats.org/officeDocument/2006/relationships/slideLayout" Target="../slideLayouts/slideLayout39.xml"/><Relationship Id="rId27" Type="http://schemas.openxmlformats.org/officeDocument/2006/relationships/slideLayout" Target="../slideLayouts/slideLayout38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29" Type="http://schemas.openxmlformats.org/officeDocument/2006/relationships/slideLayout" Target="../slideLayouts/slideLayout40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42.xml"/><Relationship Id="rId30" Type="http://schemas.openxmlformats.org/officeDocument/2006/relationships/slideLayout" Target="../slideLayouts/slideLayout41.xml"/><Relationship Id="rId11" Type="http://schemas.openxmlformats.org/officeDocument/2006/relationships/slideLayout" Target="../slideLayouts/slideLayout22.xml"/><Relationship Id="rId33" Type="http://schemas.openxmlformats.org/officeDocument/2006/relationships/slideLayout" Target="../slideLayouts/slideLayout44.xml"/><Relationship Id="rId10" Type="http://schemas.openxmlformats.org/officeDocument/2006/relationships/slideLayout" Target="../slideLayouts/slideLayout21.xml"/><Relationship Id="rId32" Type="http://schemas.openxmlformats.org/officeDocument/2006/relationships/slideLayout" Target="../slideLayouts/slideLayout43.xml"/><Relationship Id="rId13" Type="http://schemas.openxmlformats.org/officeDocument/2006/relationships/slideLayout" Target="../slideLayouts/slideLayout24.xml"/><Relationship Id="rId35" Type="http://schemas.openxmlformats.org/officeDocument/2006/relationships/slideLayout" Target="../slideLayouts/slideLayout46.xml"/><Relationship Id="rId12" Type="http://schemas.openxmlformats.org/officeDocument/2006/relationships/slideLayout" Target="../slideLayouts/slideLayout23.xml"/><Relationship Id="rId34" Type="http://schemas.openxmlformats.org/officeDocument/2006/relationships/slideLayout" Target="../slideLayouts/slideLayout45.xml"/><Relationship Id="rId15" Type="http://schemas.openxmlformats.org/officeDocument/2006/relationships/slideLayout" Target="../slideLayouts/slideLayout26.xml"/><Relationship Id="rId37" Type="http://schemas.openxmlformats.org/officeDocument/2006/relationships/slideLayout" Target="../slideLayouts/slideLayout48.xml"/><Relationship Id="rId14" Type="http://schemas.openxmlformats.org/officeDocument/2006/relationships/slideLayout" Target="../slideLayouts/slideLayout25.xml"/><Relationship Id="rId36" Type="http://schemas.openxmlformats.org/officeDocument/2006/relationships/slideLayout" Target="../slideLayouts/slideLayout47.xml"/><Relationship Id="rId17" Type="http://schemas.openxmlformats.org/officeDocument/2006/relationships/slideLayout" Target="../slideLayouts/slideLayout28.xml"/><Relationship Id="rId39" Type="http://schemas.openxmlformats.org/officeDocument/2006/relationships/slideLayout" Target="../slideLayouts/slideLayout50.xml"/><Relationship Id="rId16" Type="http://schemas.openxmlformats.org/officeDocument/2006/relationships/slideLayout" Target="../slideLayouts/slideLayout27.xml"/><Relationship Id="rId38" Type="http://schemas.openxmlformats.org/officeDocument/2006/relationships/slideLayout" Target="../slideLayouts/slideLayout49.xml"/><Relationship Id="rId19" Type="http://schemas.openxmlformats.org/officeDocument/2006/relationships/slideLayout" Target="../slideLayouts/slideLayout30.xml"/><Relationship Id="rId18" Type="http://schemas.openxmlformats.org/officeDocument/2006/relationships/slideLayout" Target="../slideLayouts/slideLayout29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dk1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idx="1" type="body"/>
          </p:nvPr>
        </p:nvSpPr>
        <p:spPr>
          <a:xfrm>
            <a:off x="228600" y="1452125"/>
            <a:ext cx="5760600" cy="346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1pPr>
            <a:lvl2pPr indent="-304800" lvl="1" marL="914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indent="-304800" lvl="2" marL="1371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■"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indent="-304800" lvl="3" marL="18288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indent="-304800" lvl="4" marL="22860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indent="-304800" lvl="5" marL="27432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■"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indent="-304800" lvl="6" marL="3200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indent="-304800" lvl="7" marL="3657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indent="-304800" lvl="8" marL="4114800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200"/>
              <a:buFont typeface="Urbanist"/>
              <a:buChar char="■"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52" name="Google Shape;52;p13"/>
          <p:cNvSpPr txBox="1"/>
          <p:nvPr>
            <p:ph type="title"/>
          </p:nvPr>
        </p:nvSpPr>
        <p:spPr>
          <a:xfrm>
            <a:off x="228600" y="85200"/>
            <a:ext cx="5236500" cy="109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 Medium"/>
              <a:buNone/>
              <a:defRPr sz="30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 sz="3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 sz="3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 sz="3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 sz="3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 sz="3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 sz="3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 sz="3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 sz="3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53" name="Google Shape;53;p13"/>
          <p:cNvSpPr txBox="1"/>
          <p:nvPr>
            <p:ph idx="2" type="body"/>
          </p:nvPr>
        </p:nvSpPr>
        <p:spPr>
          <a:xfrm>
            <a:off x="4562525" y="1518250"/>
            <a:ext cx="3880800" cy="276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■"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■"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■"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  <p:sldLayoutId id="2147483670" r:id="rId12"/>
    <p:sldLayoutId id="2147483671" r:id="rId13"/>
    <p:sldLayoutId id="2147483672" r:id="rId14"/>
    <p:sldLayoutId id="2147483673" r:id="rId15"/>
    <p:sldLayoutId id="2147483674" r:id="rId16"/>
    <p:sldLayoutId id="2147483675" r:id="rId17"/>
    <p:sldLayoutId id="2147483676" r:id="rId18"/>
    <p:sldLayoutId id="2147483677" r:id="rId19"/>
    <p:sldLayoutId id="2147483678" r:id="rId20"/>
    <p:sldLayoutId id="2147483679" r:id="rId21"/>
    <p:sldLayoutId id="2147483680" r:id="rId22"/>
    <p:sldLayoutId id="2147483681" r:id="rId23"/>
    <p:sldLayoutId id="2147483682" r:id="rId24"/>
    <p:sldLayoutId id="2147483683" r:id="rId25"/>
    <p:sldLayoutId id="2147483684" r:id="rId26"/>
    <p:sldLayoutId id="2147483685" r:id="rId27"/>
    <p:sldLayoutId id="2147483686" r:id="rId28"/>
    <p:sldLayoutId id="2147483687" r:id="rId29"/>
    <p:sldLayoutId id="2147483688" r:id="rId30"/>
    <p:sldLayoutId id="2147483689" r:id="rId31"/>
    <p:sldLayoutId id="2147483690" r:id="rId32"/>
    <p:sldLayoutId id="2147483691" r:id="rId33"/>
    <p:sldLayoutId id="2147483692" r:id="rId34"/>
    <p:sldLayoutId id="2147483693" r:id="rId35"/>
    <p:sldLayoutId id="2147483694" r:id="rId36"/>
    <p:sldLayoutId id="2147483695" r:id="rId37"/>
    <p:sldLayoutId id="2147483696" r:id="rId38"/>
    <p:sldLayoutId id="2147483697" r:id="rId39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pos="5616">
          <p15:clr>
            <a:srgbClr val="E46962"/>
          </p15:clr>
        </p15:guide>
        <p15:guide id="2" pos="144">
          <p15:clr>
            <a:srgbClr val="E46962"/>
          </p15:clr>
        </p15:guide>
        <p15:guide id="3" orient="horz" pos="144">
          <p15:clr>
            <a:srgbClr val="E46962"/>
          </p15:clr>
        </p15:guide>
        <p15:guide id="4" orient="horz" pos="3094">
          <p15:clr>
            <a:srgbClr val="E46962"/>
          </p15:clr>
        </p15:guide>
        <p15:guide id="5" pos="2850">
          <p15:clr>
            <a:srgbClr val="E46962"/>
          </p15:clr>
        </p15:guide>
        <p15:guide id="6" pos="2910">
          <p15:clr>
            <a:srgbClr val="E46962"/>
          </p15:clr>
        </p15:guide>
        <p15:guide id="7" pos="1468">
          <p15:clr>
            <a:srgbClr val="E46962"/>
          </p15:clr>
        </p15:guide>
        <p15:guide id="8" pos="1527">
          <p15:clr>
            <a:srgbClr val="E46962"/>
          </p15:clr>
        </p15:guide>
        <p15:guide id="9" pos="4233">
          <p15:clr>
            <a:srgbClr val="E46962"/>
          </p15:clr>
        </p15:guide>
        <p15:guide id="10" pos="4292">
          <p15:clr>
            <a:srgbClr val="E46962"/>
          </p15:clr>
        </p15:guide>
        <p15:guide id="11" pos="3773">
          <p15:clr>
            <a:srgbClr val="E46962"/>
          </p15:clr>
        </p15:guide>
        <p15:guide id="12" pos="3830">
          <p15:clr>
            <a:srgbClr val="E46962"/>
          </p15:clr>
        </p15:guide>
        <p15:guide id="13" pos="1930">
          <p15:clr>
            <a:srgbClr val="E46962"/>
          </p15:clr>
        </p15:guide>
        <p15:guide id="14" pos="1987">
          <p15:clr>
            <a:srgbClr val="E46962"/>
          </p15:clr>
        </p15:guide>
        <p15:guide id="15" orient="horz" pos="288">
          <p15:clr>
            <a:srgbClr val="E46962"/>
          </p15:clr>
        </p15:guide>
        <p15:guide id="16" orient="horz" pos="2950">
          <p15:clr>
            <a:srgbClr val="E46962"/>
          </p15:clr>
        </p15:guide>
        <p15:guide id="17" orient="horz" pos="1135">
          <p15:clr>
            <a:srgbClr val="E46962"/>
          </p15:clr>
        </p15:guide>
        <p15:guide id="18" orient="horz" pos="1194">
          <p15:clr>
            <a:srgbClr val="E46962"/>
          </p15:clr>
        </p15:guide>
        <p15:guide id="19" orient="horz" pos="2043">
          <p15:clr>
            <a:srgbClr val="E46962"/>
          </p15:clr>
        </p15:guide>
        <p15:guide id="20" orient="horz" pos="2103">
          <p15:clr>
            <a:srgbClr val="E46962"/>
          </p15:clr>
        </p15:guide>
      </p15:sldGuideLst>
    </p:ext>
  </p:extLst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7.xml"/><Relationship Id="rId3" Type="http://schemas.openxmlformats.org/officeDocument/2006/relationships/hyperlink" Target="http://next.js" TargetMode="Externa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6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8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9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7.png"/><Relationship Id="rId4" Type="http://schemas.openxmlformats.org/officeDocument/2006/relationships/image" Target="../media/image5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9.xml"/><Relationship Id="rId2" Type="http://schemas.openxmlformats.org/officeDocument/2006/relationships/notesSlide" Target="../notesSlides/notesSlide14.xml"/><Relationship Id="rId3" Type="http://schemas.openxmlformats.org/officeDocument/2006/relationships/hyperlink" Target="https://github.com/kevinjordanuc/Civic-Pulse" TargetMode="Externa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1" name="Shape 4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2" name="Google Shape;482;p53"/>
          <p:cNvSpPr/>
          <p:nvPr/>
        </p:nvSpPr>
        <p:spPr>
          <a:xfrm>
            <a:off x="228600" y="4113375"/>
            <a:ext cx="1399200" cy="3387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483" name="Google Shape;483;p53"/>
          <p:cNvSpPr/>
          <p:nvPr/>
        </p:nvSpPr>
        <p:spPr>
          <a:xfrm>
            <a:off x="1719175" y="4113375"/>
            <a:ext cx="1399200" cy="3387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grpSp>
        <p:nvGrpSpPr>
          <p:cNvPr id="484" name="Google Shape;484;p53"/>
          <p:cNvGrpSpPr/>
          <p:nvPr/>
        </p:nvGrpSpPr>
        <p:grpSpPr>
          <a:xfrm>
            <a:off x="228591" y="3127350"/>
            <a:ext cx="233094" cy="233094"/>
            <a:chOff x="259788" y="1923155"/>
            <a:chExt cx="409800" cy="409800"/>
          </a:xfrm>
        </p:grpSpPr>
        <p:sp>
          <p:nvSpPr>
            <p:cNvPr id="485" name="Google Shape;485;p53"/>
            <p:cNvSpPr/>
            <p:nvPr/>
          </p:nvSpPr>
          <p:spPr>
            <a:xfrm>
              <a:off x="259788" y="1923155"/>
              <a:ext cx="409800" cy="409800"/>
            </a:xfrm>
            <a:prstGeom prst="ellipse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Urbanist"/>
                <a:ea typeface="Urbanist"/>
                <a:cs typeface="Urbanist"/>
                <a:sym typeface="Urbanist"/>
              </a:endParaRPr>
            </a:p>
          </p:txBody>
        </p:sp>
        <p:grpSp>
          <p:nvGrpSpPr>
            <p:cNvPr id="486" name="Google Shape;486;p53"/>
            <p:cNvGrpSpPr/>
            <p:nvPr/>
          </p:nvGrpSpPr>
          <p:grpSpPr>
            <a:xfrm>
              <a:off x="362088" y="2093825"/>
              <a:ext cx="205200" cy="102600"/>
              <a:chOff x="498725" y="2069800"/>
              <a:chExt cx="205200" cy="102600"/>
            </a:xfrm>
          </p:grpSpPr>
          <p:cxnSp>
            <p:nvCxnSpPr>
              <p:cNvPr id="487" name="Google Shape;487;p53"/>
              <p:cNvCxnSpPr/>
              <p:nvPr/>
            </p:nvCxnSpPr>
            <p:spPr>
              <a:xfrm>
                <a:off x="498725" y="2069800"/>
                <a:ext cx="102600" cy="1026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88" name="Google Shape;488;p53"/>
              <p:cNvCxnSpPr/>
              <p:nvPr/>
            </p:nvCxnSpPr>
            <p:spPr>
              <a:xfrm flipH="1">
                <a:off x="601325" y="2069800"/>
                <a:ext cx="102600" cy="1026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</p:grpSp>
      <p:sp>
        <p:nvSpPr>
          <p:cNvPr id="489" name="Google Shape;489;p53"/>
          <p:cNvSpPr txBox="1"/>
          <p:nvPr>
            <p:ph type="title"/>
          </p:nvPr>
        </p:nvSpPr>
        <p:spPr>
          <a:xfrm>
            <a:off x="228600" y="228600"/>
            <a:ext cx="5697600" cy="1419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lang="en">
                <a:solidFill>
                  <a:schemeClr val="lt1"/>
                </a:solidFill>
              </a:rPr>
              <a:t>Innovation Challenge Hackathon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490" name="Google Shape;490;p53"/>
          <p:cNvSpPr txBox="1"/>
          <p:nvPr>
            <p:ph idx="1" type="subTitle"/>
          </p:nvPr>
        </p:nvSpPr>
        <p:spPr>
          <a:xfrm>
            <a:off x="228600" y="1738950"/>
            <a:ext cx="4402800" cy="252000"/>
          </a:xfrm>
          <a:prstGeom prst="rect">
            <a:avLst/>
          </a:prstGeom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Microsoft Garage</a:t>
            </a:r>
            <a:endParaRPr>
              <a:solidFill>
                <a:schemeClr val="lt1"/>
              </a:solidFill>
              <a:latin typeface="Urbanist Medium"/>
              <a:ea typeface="Urbanist Medium"/>
              <a:cs typeface="Urbanist Medium"/>
              <a:sym typeface="Urbanist Medium"/>
            </a:endParaRPr>
          </a:p>
        </p:txBody>
      </p:sp>
      <p:sp>
        <p:nvSpPr>
          <p:cNvPr id="491" name="Google Shape;491;p53"/>
          <p:cNvSpPr txBox="1"/>
          <p:nvPr>
            <p:ph idx="2" type="subTitle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Codigo Facilito</a:t>
            </a:r>
            <a:endParaRPr/>
          </a:p>
        </p:txBody>
      </p:sp>
      <p:sp>
        <p:nvSpPr>
          <p:cNvPr id="492" name="Google Shape;492;p53"/>
          <p:cNvSpPr txBox="1"/>
          <p:nvPr>
            <p:ph idx="3" type="subTitle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November</a:t>
            </a:r>
            <a:endParaRPr/>
          </a:p>
        </p:txBody>
      </p:sp>
      <p:sp>
        <p:nvSpPr>
          <p:cNvPr id="493" name="Google Shape;493;p53"/>
          <p:cNvSpPr txBox="1"/>
          <p:nvPr>
            <p:ph idx="4" type="subTitle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2025</a:t>
            </a:r>
            <a:endParaRPr/>
          </a:p>
        </p:txBody>
      </p:sp>
      <p:sp>
        <p:nvSpPr>
          <p:cNvPr id="494" name="Google Shape;494;p53"/>
          <p:cNvSpPr txBox="1"/>
          <p:nvPr>
            <p:ph idx="5" type="subTitle"/>
          </p:nvPr>
        </p:nvSpPr>
        <p:spPr>
          <a:xfrm>
            <a:off x="297075" y="4175900"/>
            <a:ext cx="1264800" cy="2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Codigo Facilito</a:t>
            </a:r>
            <a:endParaRPr/>
          </a:p>
        </p:txBody>
      </p:sp>
      <p:sp>
        <p:nvSpPr>
          <p:cNvPr id="495" name="Google Shape;495;p53"/>
          <p:cNvSpPr txBox="1"/>
          <p:nvPr>
            <p:ph idx="6" type="subTitle"/>
          </p:nvPr>
        </p:nvSpPr>
        <p:spPr>
          <a:xfrm>
            <a:off x="1786375" y="4175900"/>
            <a:ext cx="1264800" cy="2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Team 4</a:t>
            </a:r>
            <a:endParaRPr/>
          </a:p>
        </p:txBody>
      </p:sp>
      <p:sp>
        <p:nvSpPr>
          <p:cNvPr id="496" name="Google Shape;496;p53"/>
          <p:cNvSpPr txBox="1"/>
          <p:nvPr>
            <p:ph idx="7" type="subTitle"/>
          </p:nvPr>
        </p:nvSpPr>
        <p:spPr>
          <a:xfrm>
            <a:off x="228591" y="3454475"/>
            <a:ext cx="4659600" cy="2520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November 2025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7" name="Google Shape;497;p53"/>
          <p:cNvSpPr txBox="1"/>
          <p:nvPr>
            <p:ph idx="8" type="subTitle"/>
          </p:nvPr>
        </p:nvSpPr>
        <p:spPr>
          <a:xfrm>
            <a:off x="228591" y="3743050"/>
            <a:ext cx="4659600" cy="2520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Presented by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1" name="Shape 5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2" name="Google Shape;502;p54"/>
          <p:cNvSpPr txBox="1"/>
          <p:nvPr>
            <p:ph idx="3" type="subTitle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November</a:t>
            </a:r>
            <a:endParaRPr/>
          </a:p>
        </p:txBody>
      </p:sp>
      <p:sp>
        <p:nvSpPr>
          <p:cNvPr id="503" name="Google Shape;503;p54"/>
          <p:cNvSpPr txBox="1"/>
          <p:nvPr>
            <p:ph idx="4" type="subTitle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2025</a:t>
            </a:r>
            <a:endParaRPr/>
          </a:p>
        </p:txBody>
      </p:sp>
      <p:sp>
        <p:nvSpPr>
          <p:cNvPr id="504" name="Google Shape;504;p54"/>
          <p:cNvSpPr txBox="1"/>
          <p:nvPr>
            <p:ph type="title"/>
          </p:nvPr>
        </p:nvSpPr>
        <p:spPr>
          <a:xfrm>
            <a:off x="228600" y="624499"/>
            <a:ext cx="3655800" cy="8127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Civic Chat</a:t>
            </a:r>
            <a:endParaRPr/>
          </a:p>
        </p:txBody>
      </p:sp>
      <p:sp>
        <p:nvSpPr>
          <p:cNvPr id="505" name="Google Shape;505;p54"/>
          <p:cNvSpPr txBox="1"/>
          <p:nvPr>
            <p:ph idx="2" type="subTitle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lang="en"/>
              <a:t>Codigo Facilito</a:t>
            </a:r>
            <a:endParaRPr/>
          </a:p>
        </p:txBody>
      </p:sp>
      <p:sp>
        <p:nvSpPr>
          <p:cNvPr id="506" name="Google Shape;506;p54"/>
          <p:cNvSpPr txBox="1"/>
          <p:nvPr>
            <p:ph idx="1" type="subTitle"/>
          </p:nvPr>
        </p:nvSpPr>
        <p:spPr>
          <a:xfrm>
            <a:off x="235575" y="228600"/>
            <a:ext cx="2870100" cy="22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Challenge:</a:t>
            </a:r>
            <a:endParaRPr/>
          </a:p>
        </p:txBody>
      </p:sp>
      <p:sp>
        <p:nvSpPr>
          <p:cNvPr id="507" name="Google Shape;507;p54"/>
          <p:cNvSpPr txBox="1"/>
          <p:nvPr/>
        </p:nvSpPr>
        <p:spPr>
          <a:xfrm>
            <a:off x="4894600" y="1887800"/>
            <a:ext cx="4021200" cy="275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ADADAD"/>
                </a:solidFill>
                <a:latin typeface="Urbanist"/>
                <a:ea typeface="Urbanist"/>
                <a:cs typeface="Urbanist"/>
                <a:sym typeface="Urbanist"/>
              </a:rPr>
              <a:t>While public information is abundant, it often remains inaccessible and difficult to interpret. </a:t>
            </a:r>
            <a:endParaRPr sz="1500">
              <a:solidFill>
                <a:srgbClr val="ADADAD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rgbClr val="ADADAD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ADADAD"/>
                </a:solidFill>
                <a:latin typeface="Urbanist"/>
                <a:ea typeface="Urbanist"/>
                <a:cs typeface="Urbanist"/>
                <a:sym typeface="Urbanist"/>
              </a:rPr>
              <a:t>Citizens encounter barriers such as overly technical language, fragmented datasets, and static communication channels that fail to address individual concerns. </a:t>
            </a:r>
            <a:endParaRPr sz="1500">
              <a:solidFill>
                <a:srgbClr val="ADADAD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rgbClr val="ADADAD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ADADAD"/>
                </a:solidFill>
                <a:latin typeface="Urbanist"/>
                <a:ea typeface="Urbanist"/>
                <a:cs typeface="Urbanist"/>
                <a:sym typeface="Urbanist"/>
              </a:rPr>
              <a:t>These obstacles lead to misinformation, fuel apathy, and deepen the disconnect from local community life.</a:t>
            </a:r>
            <a:endParaRPr sz="1500">
              <a:solidFill>
                <a:srgbClr val="ADADAD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grpSp>
        <p:nvGrpSpPr>
          <p:cNvPr id="508" name="Google Shape;508;p54"/>
          <p:cNvGrpSpPr/>
          <p:nvPr/>
        </p:nvGrpSpPr>
        <p:grpSpPr>
          <a:xfrm rot="5400000">
            <a:off x="4428643" y="1944017"/>
            <a:ext cx="224931" cy="228622"/>
            <a:chOff x="1688332" y="4135245"/>
            <a:chExt cx="338700" cy="338700"/>
          </a:xfrm>
        </p:grpSpPr>
        <p:sp>
          <p:nvSpPr>
            <p:cNvPr id="509" name="Google Shape;509;p54"/>
            <p:cNvSpPr/>
            <p:nvPr/>
          </p:nvSpPr>
          <p:spPr>
            <a:xfrm rot="-5400000">
              <a:off x="1688332" y="4135245"/>
              <a:ext cx="338700" cy="3387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endParaRPr>
            </a:p>
          </p:txBody>
        </p:sp>
        <p:grpSp>
          <p:nvGrpSpPr>
            <p:cNvPr id="510" name="Google Shape;510;p54"/>
            <p:cNvGrpSpPr/>
            <p:nvPr/>
          </p:nvGrpSpPr>
          <p:grpSpPr>
            <a:xfrm rot="-5400000">
              <a:off x="1787014" y="4262191"/>
              <a:ext cx="169598" cy="84809"/>
              <a:chOff x="498725" y="2069800"/>
              <a:chExt cx="205200" cy="102600"/>
            </a:xfrm>
          </p:grpSpPr>
          <p:cxnSp>
            <p:nvCxnSpPr>
              <p:cNvPr id="511" name="Google Shape;511;p54"/>
              <p:cNvCxnSpPr/>
              <p:nvPr/>
            </p:nvCxnSpPr>
            <p:spPr>
              <a:xfrm>
                <a:off x="498725" y="2069800"/>
                <a:ext cx="102600" cy="1026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512" name="Google Shape;512;p54"/>
              <p:cNvCxnSpPr/>
              <p:nvPr/>
            </p:nvCxnSpPr>
            <p:spPr>
              <a:xfrm flipH="1">
                <a:off x="601325" y="2069800"/>
                <a:ext cx="102600" cy="1026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6" name="Shape 5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7" name="Google Shape;517;p55"/>
          <p:cNvSpPr txBox="1"/>
          <p:nvPr>
            <p:ph type="title"/>
          </p:nvPr>
        </p:nvSpPr>
        <p:spPr>
          <a:xfrm>
            <a:off x="228600" y="689725"/>
            <a:ext cx="3548400" cy="4449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lang="en"/>
              <a:t>App Development</a:t>
            </a:r>
            <a:endParaRPr/>
          </a:p>
        </p:txBody>
      </p:sp>
      <p:sp>
        <p:nvSpPr>
          <p:cNvPr id="518" name="Google Shape;518;p55"/>
          <p:cNvSpPr txBox="1"/>
          <p:nvPr>
            <p:ph idx="6" type="subTitle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November</a:t>
            </a:r>
            <a:endParaRPr/>
          </a:p>
        </p:txBody>
      </p:sp>
      <p:sp>
        <p:nvSpPr>
          <p:cNvPr id="519" name="Google Shape;519;p55"/>
          <p:cNvSpPr txBox="1"/>
          <p:nvPr>
            <p:ph idx="7" type="subTitle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2025</a:t>
            </a:r>
            <a:endParaRPr/>
          </a:p>
        </p:txBody>
      </p:sp>
      <p:sp>
        <p:nvSpPr>
          <p:cNvPr id="520" name="Google Shape;520;p55"/>
          <p:cNvSpPr txBox="1"/>
          <p:nvPr>
            <p:ph idx="8" type="subTitle"/>
          </p:nvPr>
        </p:nvSpPr>
        <p:spPr>
          <a:xfrm>
            <a:off x="235575" y="228600"/>
            <a:ext cx="2870100" cy="2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Our Mission:</a:t>
            </a:r>
            <a:endParaRPr/>
          </a:p>
        </p:txBody>
      </p:sp>
      <p:sp>
        <p:nvSpPr>
          <p:cNvPr id="521" name="Google Shape;521;p55"/>
          <p:cNvSpPr txBox="1"/>
          <p:nvPr>
            <p:ph idx="5" type="subTitle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lang="en"/>
              <a:t>Codigo Facilito</a:t>
            </a:r>
            <a:endParaRPr/>
          </a:p>
        </p:txBody>
      </p:sp>
      <p:grpSp>
        <p:nvGrpSpPr>
          <p:cNvPr id="522" name="Google Shape;522;p55"/>
          <p:cNvGrpSpPr/>
          <p:nvPr/>
        </p:nvGrpSpPr>
        <p:grpSpPr>
          <a:xfrm rot="5400000">
            <a:off x="4234293" y="2615066"/>
            <a:ext cx="228589" cy="228622"/>
            <a:chOff x="1688332" y="4135245"/>
            <a:chExt cx="338700" cy="338700"/>
          </a:xfrm>
        </p:grpSpPr>
        <p:sp>
          <p:nvSpPr>
            <p:cNvPr id="523" name="Google Shape;523;p55"/>
            <p:cNvSpPr/>
            <p:nvPr/>
          </p:nvSpPr>
          <p:spPr>
            <a:xfrm rot="-5400000">
              <a:off x="1688332" y="4135245"/>
              <a:ext cx="338700" cy="3387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endParaRPr>
            </a:p>
          </p:txBody>
        </p:sp>
        <p:grpSp>
          <p:nvGrpSpPr>
            <p:cNvPr id="524" name="Google Shape;524;p55"/>
            <p:cNvGrpSpPr/>
            <p:nvPr/>
          </p:nvGrpSpPr>
          <p:grpSpPr>
            <a:xfrm rot="-5400000">
              <a:off x="1787014" y="4262191"/>
              <a:ext cx="169598" cy="84809"/>
              <a:chOff x="498725" y="2069800"/>
              <a:chExt cx="205200" cy="102600"/>
            </a:xfrm>
          </p:grpSpPr>
          <p:cxnSp>
            <p:nvCxnSpPr>
              <p:cNvPr id="525" name="Google Shape;525;p55"/>
              <p:cNvCxnSpPr/>
              <p:nvPr/>
            </p:nvCxnSpPr>
            <p:spPr>
              <a:xfrm>
                <a:off x="498725" y="2069800"/>
                <a:ext cx="102600" cy="1026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526" name="Google Shape;526;p55"/>
              <p:cNvCxnSpPr/>
              <p:nvPr/>
            </p:nvCxnSpPr>
            <p:spPr>
              <a:xfrm flipH="1">
                <a:off x="601325" y="2069800"/>
                <a:ext cx="102600" cy="1026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</p:grpSp>
      <p:sp>
        <p:nvSpPr>
          <p:cNvPr id="527" name="Google Shape;527;p55"/>
          <p:cNvSpPr txBox="1"/>
          <p:nvPr>
            <p:ph idx="1" type="body"/>
          </p:nvPr>
        </p:nvSpPr>
        <p:spPr>
          <a:xfrm>
            <a:off x="4702075" y="2571750"/>
            <a:ext cx="4213500" cy="2104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b="1" lang="en" sz="1500">
                <a:solidFill>
                  <a:srgbClr val="ADADAD"/>
                </a:solidFill>
              </a:rPr>
              <a:t>Civic Pulse</a:t>
            </a:r>
            <a:r>
              <a:rPr lang="en" sz="1500">
                <a:solidFill>
                  <a:srgbClr val="ADADAD"/>
                </a:solidFill>
              </a:rPr>
              <a:t> is a civic engagement platform powered by Multi-Agent AI and Official Government data. </a:t>
            </a:r>
            <a:endParaRPr sz="1500">
              <a:solidFill>
                <a:srgbClr val="ADADAD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t/>
            </a:r>
            <a:endParaRPr sz="1500">
              <a:solidFill>
                <a:srgbClr val="ADADAD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lang="en" sz="1500">
                <a:solidFill>
                  <a:srgbClr val="ADADAD"/>
                </a:solidFill>
              </a:rPr>
              <a:t>It empowers Citizens, Community Leaders, and Public Officials to navigate complex policies, access local services and events, and engage in a secure, disinformation-free community forum.</a:t>
            </a:r>
            <a:endParaRPr sz="1500">
              <a:solidFill>
                <a:srgbClr val="ADADAD"/>
              </a:solidFill>
            </a:endParaRPr>
          </a:p>
        </p:txBody>
      </p:sp>
      <p:sp>
        <p:nvSpPr>
          <p:cNvPr id="528" name="Google Shape;528;p55"/>
          <p:cNvSpPr txBox="1"/>
          <p:nvPr>
            <p:ph idx="8" type="subTitle"/>
          </p:nvPr>
        </p:nvSpPr>
        <p:spPr>
          <a:xfrm>
            <a:off x="228600" y="1274450"/>
            <a:ext cx="3926400" cy="472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lang="en" sz="1400">
                <a:solidFill>
                  <a:schemeClr val="dk2"/>
                </a:solidFill>
              </a:rPr>
              <a:t>Develop a </a:t>
            </a:r>
            <a:r>
              <a:rPr lang="en" sz="1400"/>
              <a:t>s</a:t>
            </a:r>
            <a:r>
              <a:rPr lang="en" sz="1400">
                <a:solidFill>
                  <a:schemeClr val="dk2"/>
                </a:solidFill>
              </a:rPr>
              <a:t>olution using Microsoft Azure </a:t>
            </a:r>
            <a:endParaRPr sz="14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lang="en" sz="1400">
                <a:solidFill>
                  <a:schemeClr val="dk2"/>
                </a:solidFill>
              </a:rPr>
              <a:t>November 10th -27th</a:t>
            </a:r>
            <a:endParaRPr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2" name="Shape 5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3" name="Google Shape;533;p56"/>
          <p:cNvSpPr txBox="1"/>
          <p:nvPr>
            <p:ph type="title"/>
          </p:nvPr>
        </p:nvSpPr>
        <p:spPr>
          <a:xfrm>
            <a:off x="228600" y="234750"/>
            <a:ext cx="3904500" cy="9819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Meet</a:t>
            </a:r>
            <a:br>
              <a:rPr lang="en"/>
            </a:br>
            <a:r>
              <a:rPr lang="en"/>
              <a:t>the team</a:t>
            </a:r>
            <a:endParaRPr/>
          </a:p>
        </p:txBody>
      </p:sp>
      <p:sp>
        <p:nvSpPr>
          <p:cNvPr id="534" name="Google Shape;534;p56"/>
          <p:cNvSpPr txBox="1"/>
          <p:nvPr>
            <p:ph idx="4" type="subTitle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November</a:t>
            </a:r>
            <a:endParaRPr/>
          </a:p>
        </p:txBody>
      </p:sp>
      <p:sp>
        <p:nvSpPr>
          <p:cNvPr id="535" name="Google Shape;535;p56"/>
          <p:cNvSpPr txBox="1"/>
          <p:nvPr>
            <p:ph idx="5" type="subTitle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2025</a:t>
            </a:r>
            <a:endParaRPr/>
          </a:p>
        </p:txBody>
      </p:sp>
      <p:sp>
        <p:nvSpPr>
          <p:cNvPr id="536" name="Google Shape;536;p56"/>
          <p:cNvSpPr txBox="1"/>
          <p:nvPr>
            <p:ph idx="17" type="subTitle"/>
          </p:nvPr>
        </p:nvSpPr>
        <p:spPr>
          <a:xfrm>
            <a:off x="4133100" y="3769446"/>
            <a:ext cx="1370400" cy="171900"/>
          </a:xfrm>
          <a:prstGeom prst="rect">
            <a:avLst/>
          </a:prstGeom>
        </p:spPr>
        <p:txBody>
          <a:bodyPr anchorCtr="0" anchor="b" bIns="0" lIns="0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lang="en"/>
              <a:t>Kevin Uc</a:t>
            </a:r>
            <a:endParaRPr/>
          </a:p>
        </p:txBody>
      </p:sp>
      <p:sp>
        <p:nvSpPr>
          <p:cNvPr id="537" name="Google Shape;537;p56"/>
          <p:cNvSpPr txBox="1"/>
          <p:nvPr>
            <p:ph idx="18" type="subTitle"/>
          </p:nvPr>
        </p:nvSpPr>
        <p:spPr>
          <a:xfrm>
            <a:off x="4133100" y="3947275"/>
            <a:ext cx="1536600" cy="1671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lang="en">
                <a:solidFill>
                  <a:schemeClr val="dk2"/>
                </a:solidFill>
              </a:rPr>
              <a:t>Data Analyst 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538" name="Google Shape;538;p56"/>
          <p:cNvSpPr txBox="1"/>
          <p:nvPr>
            <p:ph idx="23" type="subTitle"/>
          </p:nvPr>
        </p:nvSpPr>
        <p:spPr>
          <a:xfrm>
            <a:off x="5712900" y="2182325"/>
            <a:ext cx="1245600" cy="185400"/>
          </a:xfrm>
          <a:prstGeom prst="rect">
            <a:avLst/>
          </a:prstGeom>
        </p:spPr>
        <p:txBody>
          <a:bodyPr anchorCtr="0" anchor="b" bIns="0" lIns="0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lang="en"/>
              <a:t>Fernando </a:t>
            </a:r>
            <a:r>
              <a:rPr lang="en"/>
              <a:t>Itzama</a:t>
            </a:r>
            <a:endParaRPr/>
          </a:p>
        </p:txBody>
      </p:sp>
      <p:sp>
        <p:nvSpPr>
          <p:cNvPr id="539" name="Google Shape;539;p56"/>
          <p:cNvSpPr txBox="1"/>
          <p:nvPr>
            <p:ph idx="24" type="subTitle"/>
          </p:nvPr>
        </p:nvSpPr>
        <p:spPr>
          <a:xfrm>
            <a:off x="5712900" y="3947276"/>
            <a:ext cx="1579800" cy="1719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lang="en"/>
              <a:t>Program Manager</a:t>
            </a:r>
            <a:endParaRPr/>
          </a:p>
        </p:txBody>
      </p:sp>
      <p:sp>
        <p:nvSpPr>
          <p:cNvPr id="540" name="Google Shape;540;p56"/>
          <p:cNvSpPr txBox="1"/>
          <p:nvPr>
            <p:ph idx="3" type="subTitle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Codigo Facilito</a:t>
            </a:r>
            <a:endParaRPr/>
          </a:p>
        </p:txBody>
      </p:sp>
      <p:sp>
        <p:nvSpPr>
          <p:cNvPr id="541" name="Google Shape;541;p56"/>
          <p:cNvSpPr txBox="1"/>
          <p:nvPr>
            <p:ph idx="17" type="subTitle"/>
          </p:nvPr>
        </p:nvSpPr>
        <p:spPr>
          <a:xfrm>
            <a:off x="4133100" y="2182325"/>
            <a:ext cx="1370400" cy="171900"/>
          </a:xfrm>
          <a:prstGeom prst="rect">
            <a:avLst/>
          </a:prstGeom>
        </p:spPr>
        <p:txBody>
          <a:bodyPr anchorCtr="0" anchor="b" bIns="0" lIns="0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lang="en"/>
              <a:t>Carlos Nieto</a:t>
            </a:r>
            <a:endParaRPr/>
          </a:p>
        </p:txBody>
      </p:sp>
      <p:sp>
        <p:nvSpPr>
          <p:cNvPr id="542" name="Google Shape;542;p56"/>
          <p:cNvSpPr txBox="1"/>
          <p:nvPr>
            <p:ph idx="18" type="subTitle"/>
          </p:nvPr>
        </p:nvSpPr>
        <p:spPr>
          <a:xfrm>
            <a:off x="4133100" y="2371250"/>
            <a:ext cx="1536600" cy="1671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lang="en">
                <a:solidFill>
                  <a:schemeClr val="dk2"/>
                </a:solidFill>
              </a:rPr>
              <a:t>Front End Developer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543" name="Google Shape;543;p56"/>
          <p:cNvSpPr txBox="1"/>
          <p:nvPr>
            <p:ph idx="24" type="subTitle"/>
          </p:nvPr>
        </p:nvSpPr>
        <p:spPr>
          <a:xfrm>
            <a:off x="5712900" y="2371250"/>
            <a:ext cx="1370400" cy="1719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lang="en"/>
              <a:t>Data Eng.</a:t>
            </a:r>
            <a:endParaRPr/>
          </a:p>
        </p:txBody>
      </p:sp>
      <p:sp>
        <p:nvSpPr>
          <p:cNvPr id="544" name="Google Shape;544;p56"/>
          <p:cNvSpPr txBox="1"/>
          <p:nvPr>
            <p:ph idx="23" type="subTitle"/>
          </p:nvPr>
        </p:nvSpPr>
        <p:spPr>
          <a:xfrm>
            <a:off x="5712900" y="3769450"/>
            <a:ext cx="1370400" cy="171900"/>
          </a:xfrm>
          <a:prstGeom prst="rect">
            <a:avLst/>
          </a:prstGeom>
        </p:spPr>
        <p:txBody>
          <a:bodyPr anchorCtr="0" anchor="b" bIns="0" lIns="0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lang="en"/>
              <a:t>Franziola Chiu</a:t>
            </a:r>
            <a:endParaRPr/>
          </a:p>
        </p:txBody>
      </p:sp>
      <p:sp>
        <p:nvSpPr>
          <p:cNvPr id="545" name="Google Shape;545;p56"/>
          <p:cNvSpPr txBox="1"/>
          <p:nvPr>
            <p:ph idx="17" type="subTitle"/>
          </p:nvPr>
        </p:nvSpPr>
        <p:spPr>
          <a:xfrm>
            <a:off x="7149150" y="2182325"/>
            <a:ext cx="1463100" cy="185400"/>
          </a:xfrm>
          <a:prstGeom prst="rect">
            <a:avLst/>
          </a:prstGeom>
        </p:spPr>
        <p:txBody>
          <a:bodyPr anchorCtr="0" anchor="b" bIns="0" lIns="0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lang="en"/>
              <a:t>Roberto Valenzuela</a:t>
            </a:r>
            <a:endParaRPr/>
          </a:p>
        </p:txBody>
      </p:sp>
      <p:sp>
        <p:nvSpPr>
          <p:cNvPr id="546" name="Google Shape;546;p56"/>
          <p:cNvSpPr txBox="1"/>
          <p:nvPr>
            <p:ph idx="18" type="subTitle"/>
          </p:nvPr>
        </p:nvSpPr>
        <p:spPr>
          <a:xfrm>
            <a:off x="7149150" y="2371250"/>
            <a:ext cx="1536600" cy="1671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58"/>
              <a:buFont typeface="Arial"/>
              <a:buNone/>
            </a:pPr>
            <a:r>
              <a:rPr lang="en"/>
              <a:t>Sr. Sw. &amp; Data Science</a:t>
            </a:r>
            <a:endParaRPr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0" name="Shape 5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1" name="Google Shape;551;p57"/>
          <p:cNvSpPr/>
          <p:nvPr/>
        </p:nvSpPr>
        <p:spPr>
          <a:xfrm>
            <a:off x="323575" y="1895388"/>
            <a:ext cx="1640400" cy="1720500"/>
          </a:xfrm>
          <a:prstGeom prst="roundRect">
            <a:avLst>
              <a:gd fmla="val 9631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71375" lIns="71375" spcFirstLastPara="1" rIns="71375" wrap="square" tIns="713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93"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552" name="Google Shape;552;p57"/>
          <p:cNvSpPr/>
          <p:nvPr/>
        </p:nvSpPr>
        <p:spPr>
          <a:xfrm>
            <a:off x="2037681" y="1895388"/>
            <a:ext cx="1640400" cy="1720500"/>
          </a:xfrm>
          <a:prstGeom prst="roundRect">
            <a:avLst>
              <a:gd fmla="val 9631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71375" lIns="71375" spcFirstLastPara="1" rIns="71375" wrap="square" tIns="713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93"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553" name="Google Shape;553;p57"/>
          <p:cNvSpPr/>
          <p:nvPr/>
        </p:nvSpPr>
        <p:spPr>
          <a:xfrm>
            <a:off x="5461636" y="1895388"/>
            <a:ext cx="1640400" cy="1720500"/>
          </a:xfrm>
          <a:prstGeom prst="roundRect">
            <a:avLst>
              <a:gd fmla="val 9631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71375" lIns="71375" spcFirstLastPara="1" rIns="71375" wrap="square" tIns="713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93"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554" name="Google Shape;554;p57"/>
          <p:cNvSpPr/>
          <p:nvPr/>
        </p:nvSpPr>
        <p:spPr>
          <a:xfrm>
            <a:off x="3749654" y="1895388"/>
            <a:ext cx="1640400" cy="1720500"/>
          </a:xfrm>
          <a:prstGeom prst="roundRect">
            <a:avLst>
              <a:gd fmla="val 9631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71375" lIns="71375" spcFirstLastPara="1" rIns="71375" wrap="square" tIns="713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93"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555" name="Google Shape;555;p57"/>
          <p:cNvSpPr txBox="1"/>
          <p:nvPr>
            <p:ph idx="2" type="subTitle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November</a:t>
            </a:r>
            <a:endParaRPr/>
          </a:p>
        </p:txBody>
      </p:sp>
      <p:sp>
        <p:nvSpPr>
          <p:cNvPr id="556" name="Google Shape;556;p57"/>
          <p:cNvSpPr txBox="1"/>
          <p:nvPr>
            <p:ph idx="3" type="subTitle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2025</a:t>
            </a:r>
            <a:endParaRPr/>
          </a:p>
        </p:txBody>
      </p:sp>
      <p:sp>
        <p:nvSpPr>
          <p:cNvPr id="557" name="Google Shape;557;p57"/>
          <p:cNvSpPr txBox="1"/>
          <p:nvPr>
            <p:ph idx="1" type="subTitle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Codigo Facilito</a:t>
            </a:r>
            <a:endParaRPr/>
          </a:p>
        </p:txBody>
      </p:sp>
      <p:sp>
        <p:nvSpPr>
          <p:cNvPr id="558" name="Google Shape;558;p57"/>
          <p:cNvSpPr txBox="1"/>
          <p:nvPr>
            <p:ph idx="5" type="subTitle"/>
          </p:nvPr>
        </p:nvSpPr>
        <p:spPr>
          <a:xfrm>
            <a:off x="408892" y="1927422"/>
            <a:ext cx="1375800" cy="294600"/>
          </a:xfrm>
          <a:prstGeom prst="rect">
            <a:avLst/>
          </a:prstGeom>
        </p:spPr>
        <p:txBody>
          <a:bodyPr anchorCtr="0" anchor="b" bIns="71375" lIns="71375" spcFirstLastPara="1" rIns="71375" wrap="square" tIns="713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49">
                <a:latin typeface="Urbanist"/>
                <a:ea typeface="Urbanist"/>
                <a:cs typeface="Urbanist"/>
                <a:sym typeface="Urbanist"/>
              </a:rPr>
              <a:t>Kev Uc</a:t>
            </a:r>
            <a:endParaRPr sz="1149"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559" name="Google Shape;559;p57"/>
          <p:cNvSpPr txBox="1"/>
          <p:nvPr>
            <p:ph idx="6" type="subTitle"/>
          </p:nvPr>
        </p:nvSpPr>
        <p:spPr>
          <a:xfrm>
            <a:off x="408892" y="2224210"/>
            <a:ext cx="1375800" cy="432000"/>
          </a:xfrm>
          <a:prstGeom prst="rect">
            <a:avLst/>
          </a:prstGeom>
        </p:spPr>
        <p:txBody>
          <a:bodyPr anchorCtr="0" anchor="t" bIns="71375" lIns="71375" spcFirstLastPara="1" rIns="71375" wrap="square" tIns="713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Arial"/>
                <a:ea typeface="Arial"/>
                <a:cs typeface="Arial"/>
                <a:sym typeface="Arial"/>
              </a:rPr>
              <a:t>Product Manager &amp; Azure </a:t>
            </a:r>
            <a:r>
              <a:rPr b="1" lang="en" sz="1100">
                <a:latin typeface="Arial"/>
                <a:ea typeface="Arial"/>
                <a:cs typeface="Arial"/>
                <a:sym typeface="Arial"/>
              </a:rPr>
              <a:t>Architect</a:t>
            </a:r>
            <a:endParaRPr b="1" sz="11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0" name="Google Shape;560;p57"/>
          <p:cNvSpPr txBox="1"/>
          <p:nvPr>
            <p:ph idx="7" type="body"/>
          </p:nvPr>
        </p:nvSpPr>
        <p:spPr>
          <a:xfrm>
            <a:off x="408901" y="2704907"/>
            <a:ext cx="1508100" cy="913800"/>
          </a:xfrm>
          <a:prstGeom prst="rect">
            <a:avLst/>
          </a:prstGeom>
        </p:spPr>
        <p:txBody>
          <a:bodyPr anchorCtr="0" anchor="t" bIns="71375" lIns="71375" spcFirstLastPara="1" rIns="71375" wrap="square" tIns="713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Product definition, requirements and Agentic Framework &amp; Implementation &amp; Product Delivery</a:t>
            </a:r>
            <a:endParaRPr/>
          </a:p>
        </p:txBody>
      </p:sp>
      <p:sp>
        <p:nvSpPr>
          <p:cNvPr id="561" name="Google Shape;561;p57"/>
          <p:cNvSpPr txBox="1"/>
          <p:nvPr>
            <p:ph idx="9" type="subTitle"/>
          </p:nvPr>
        </p:nvSpPr>
        <p:spPr>
          <a:xfrm>
            <a:off x="2123023" y="1927400"/>
            <a:ext cx="1375800" cy="294600"/>
          </a:xfrm>
          <a:prstGeom prst="rect">
            <a:avLst/>
          </a:prstGeom>
        </p:spPr>
        <p:txBody>
          <a:bodyPr anchorCtr="0" anchor="b" bIns="71375" lIns="71375" spcFirstLastPara="1" rIns="71375" wrap="square" tIns="713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49">
                <a:latin typeface="Urbanist"/>
                <a:ea typeface="Urbanist"/>
                <a:cs typeface="Urbanist"/>
                <a:sym typeface="Urbanist"/>
              </a:rPr>
              <a:t>Carlos Nieto</a:t>
            </a:r>
            <a:endParaRPr sz="1149"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562" name="Google Shape;562;p57"/>
          <p:cNvSpPr txBox="1"/>
          <p:nvPr>
            <p:ph idx="13" type="subTitle"/>
          </p:nvPr>
        </p:nvSpPr>
        <p:spPr>
          <a:xfrm>
            <a:off x="2123025" y="2224200"/>
            <a:ext cx="1555200" cy="432000"/>
          </a:xfrm>
          <a:prstGeom prst="rect">
            <a:avLst/>
          </a:prstGeom>
        </p:spPr>
        <p:txBody>
          <a:bodyPr anchorCtr="0" anchor="t" bIns="71375" lIns="71375" spcFirstLastPara="1" rIns="71375" wrap="square" tIns="713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Arial"/>
                <a:ea typeface="Arial"/>
                <a:cs typeface="Arial"/>
                <a:sym typeface="Arial"/>
              </a:rPr>
              <a:t>Solution Architect</a:t>
            </a:r>
            <a:endParaRPr b="1" sz="1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Arial"/>
                <a:ea typeface="Arial"/>
                <a:cs typeface="Arial"/>
                <a:sym typeface="Arial"/>
              </a:rPr>
              <a:t>Front-End Developer</a:t>
            </a:r>
            <a:endParaRPr b="1" sz="11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3" name="Google Shape;563;p57"/>
          <p:cNvSpPr txBox="1"/>
          <p:nvPr>
            <p:ph idx="14" type="body"/>
          </p:nvPr>
        </p:nvSpPr>
        <p:spPr>
          <a:xfrm>
            <a:off x="2123025" y="2704907"/>
            <a:ext cx="1555200" cy="759900"/>
          </a:xfrm>
          <a:prstGeom prst="rect">
            <a:avLst/>
          </a:prstGeom>
        </p:spPr>
        <p:txBody>
          <a:bodyPr anchorCtr="0" anchor="t" bIns="71375" lIns="71375" spcFirstLastPara="1" rIns="71375" wrap="square" tIns="713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59"/>
              <a:buNone/>
            </a:pPr>
            <a:r>
              <a:rPr lang="en"/>
              <a:t>Developed the Application and integrated with back-end</a:t>
            </a:r>
            <a:endParaRPr/>
          </a:p>
        </p:txBody>
      </p:sp>
      <p:sp>
        <p:nvSpPr>
          <p:cNvPr id="564" name="Google Shape;564;p57"/>
          <p:cNvSpPr txBox="1"/>
          <p:nvPr>
            <p:ph idx="16" type="subTitle"/>
          </p:nvPr>
        </p:nvSpPr>
        <p:spPr>
          <a:xfrm>
            <a:off x="5547001" y="1927413"/>
            <a:ext cx="1508100" cy="294600"/>
          </a:xfrm>
          <a:prstGeom prst="rect">
            <a:avLst/>
          </a:prstGeom>
        </p:spPr>
        <p:txBody>
          <a:bodyPr anchorCtr="0" anchor="b" bIns="71375" lIns="71375" spcFirstLastPara="1" rIns="71375" wrap="square" tIns="713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49">
                <a:latin typeface="Urbanist"/>
                <a:ea typeface="Urbanist"/>
                <a:cs typeface="Urbanist"/>
                <a:sym typeface="Urbanist"/>
              </a:rPr>
              <a:t>Roberto Valenzuela</a:t>
            </a:r>
            <a:endParaRPr sz="1149"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565" name="Google Shape;565;p57"/>
          <p:cNvSpPr txBox="1"/>
          <p:nvPr>
            <p:ph idx="17" type="subTitle"/>
          </p:nvPr>
        </p:nvSpPr>
        <p:spPr>
          <a:xfrm>
            <a:off x="5547001" y="2224210"/>
            <a:ext cx="1375800" cy="288000"/>
          </a:xfrm>
          <a:prstGeom prst="rect">
            <a:avLst/>
          </a:prstGeom>
        </p:spPr>
        <p:txBody>
          <a:bodyPr anchorCtr="0" anchor="t" bIns="71375" lIns="71375" spcFirstLastPara="1" rIns="71375" wrap="square" tIns="713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Arial"/>
                <a:ea typeface="Arial"/>
                <a:cs typeface="Arial"/>
                <a:sym typeface="Arial"/>
              </a:rPr>
              <a:t>Azure Architect</a:t>
            </a:r>
            <a:endParaRPr b="1" sz="11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6" name="Google Shape;566;p57"/>
          <p:cNvSpPr txBox="1"/>
          <p:nvPr>
            <p:ph idx="18" type="body"/>
          </p:nvPr>
        </p:nvSpPr>
        <p:spPr>
          <a:xfrm>
            <a:off x="5547000" y="2704907"/>
            <a:ext cx="1508100" cy="759900"/>
          </a:xfrm>
          <a:prstGeom prst="rect">
            <a:avLst/>
          </a:prstGeom>
        </p:spPr>
        <p:txBody>
          <a:bodyPr anchorCtr="0" anchor="t" bIns="71375" lIns="71375" spcFirstLastPara="1" rIns="71375" wrap="square" tIns="713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59"/>
              <a:buNone/>
            </a:pPr>
            <a:r>
              <a:rPr lang="en"/>
              <a:t>Designed the Azure Infrastructure and Software Integration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59"/>
              <a:buNone/>
            </a:pPr>
            <a:r>
              <a:t/>
            </a:r>
            <a:endParaRPr/>
          </a:p>
        </p:txBody>
      </p:sp>
      <p:sp>
        <p:nvSpPr>
          <p:cNvPr id="567" name="Google Shape;567;p57"/>
          <p:cNvSpPr txBox="1"/>
          <p:nvPr>
            <p:ph idx="20" type="subTitle"/>
          </p:nvPr>
        </p:nvSpPr>
        <p:spPr>
          <a:xfrm>
            <a:off x="3835021" y="1927413"/>
            <a:ext cx="1375800" cy="294600"/>
          </a:xfrm>
          <a:prstGeom prst="rect">
            <a:avLst/>
          </a:prstGeom>
        </p:spPr>
        <p:txBody>
          <a:bodyPr anchorCtr="0" anchor="b" bIns="71375" lIns="71375" spcFirstLastPara="1" rIns="71375" wrap="square" tIns="713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49">
                <a:latin typeface="Urbanist"/>
                <a:ea typeface="Urbanist"/>
                <a:cs typeface="Urbanist"/>
                <a:sym typeface="Urbanist"/>
              </a:rPr>
              <a:t>Fernando</a:t>
            </a:r>
            <a:r>
              <a:rPr lang="en" sz="1149">
                <a:latin typeface="Urbanist"/>
                <a:ea typeface="Urbanist"/>
                <a:cs typeface="Urbanist"/>
                <a:sym typeface="Urbanist"/>
              </a:rPr>
              <a:t> Itzama</a:t>
            </a:r>
            <a:endParaRPr sz="1149"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568" name="Google Shape;568;p57"/>
          <p:cNvSpPr txBox="1"/>
          <p:nvPr>
            <p:ph idx="21" type="subTitle"/>
          </p:nvPr>
        </p:nvSpPr>
        <p:spPr>
          <a:xfrm>
            <a:off x="3835012" y="2224207"/>
            <a:ext cx="1508100" cy="288000"/>
          </a:xfrm>
          <a:prstGeom prst="rect">
            <a:avLst/>
          </a:prstGeom>
        </p:spPr>
        <p:txBody>
          <a:bodyPr anchorCtr="0" anchor="t" bIns="71375" lIns="71375" spcFirstLastPara="1" rIns="71375" wrap="square" tIns="713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Arial"/>
                <a:ea typeface="Arial"/>
                <a:cs typeface="Arial"/>
                <a:sym typeface="Arial"/>
              </a:rPr>
              <a:t>Data Eng.</a:t>
            </a:r>
            <a:endParaRPr b="1" sz="11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9" name="Google Shape;569;p57"/>
          <p:cNvSpPr txBox="1"/>
          <p:nvPr>
            <p:ph idx="22" type="body"/>
          </p:nvPr>
        </p:nvSpPr>
        <p:spPr>
          <a:xfrm>
            <a:off x="3835025" y="2704907"/>
            <a:ext cx="1508100" cy="759900"/>
          </a:xfrm>
          <a:prstGeom prst="rect">
            <a:avLst/>
          </a:prstGeom>
        </p:spPr>
        <p:txBody>
          <a:bodyPr anchorCtr="0" anchor="t" bIns="71375" lIns="71375" spcFirstLastPara="1" rIns="71375" wrap="square" tIns="713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59"/>
              <a:buNone/>
            </a:pPr>
            <a:r>
              <a:rPr lang="en"/>
              <a:t>Designed the </a:t>
            </a:r>
            <a:r>
              <a:rPr lang="en"/>
              <a:t>Knowledge base</a:t>
            </a:r>
            <a:endParaRPr/>
          </a:p>
        </p:txBody>
      </p:sp>
      <p:sp>
        <p:nvSpPr>
          <p:cNvPr id="570" name="Google Shape;570;p57"/>
          <p:cNvSpPr txBox="1"/>
          <p:nvPr>
            <p:ph idx="4294967295" type="title"/>
          </p:nvPr>
        </p:nvSpPr>
        <p:spPr>
          <a:xfrm>
            <a:off x="228600" y="234750"/>
            <a:ext cx="1735500" cy="66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Roles</a:t>
            </a:r>
            <a:endParaRPr/>
          </a:p>
        </p:txBody>
      </p:sp>
      <p:sp>
        <p:nvSpPr>
          <p:cNvPr id="571" name="Google Shape;571;p57"/>
          <p:cNvSpPr/>
          <p:nvPr/>
        </p:nvSpPr>
        <p:spPr>
          <a:xfrm>
            <a:off x="7180017" y="1895388"/>
            <a:ext cx="1640400" cy="1720500"/>
          </a:xfrm>
          <a:prstGeom prst="roundRect">
            <a:avLst>
              <a:gd fmla="val 9631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71375" lIns="71375" spcFirstLastPara="1" rIns="71375" wrap="square" tIns="713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93"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572" name="Google Shape;572;p57"/>
          <p:cNvSpPr txBox="1"/>
          <p:nvPr>
            <p:ph idx="20" type="subTitle"/>
          </p:nvPr>
        </p:nvSpPr>
        <p:spPr>
          <a:xfrm>
            <a:off x="7252676" y="1895388"/>
            <a:ext cx="1375800" cy="294600"/>
          </a:xfrm>
          <a:prstGeom prst="rect">
            <a:avLst/>
          </a:prstGeom>
        </p:spPr>
        <p:txBody>
          <a:bodyPr anchorCtr="0" anchor="b" bIns="71375" lIns="71375" spcFirstLastPara="1" rIns="71375" wrap="square" tIns="713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49">
                <a:latin typeface="Urbanist"/>
                <a:ea typeface="Urbanist"/>
                <a:cs typeface="Urbanist"/>
                <a:sym typeface="Urbanist"/>
              </a:rPr>
              <a:t>Franziola Chiu</a:t>
            </a:r>
            <a:endParaRPr sz="1149"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573" name="Google Shape;573;p57"/>
          <p:cNvSpPr txBox="1"/>
          <p:nvPr>
            <p:ph idx="21" type="subTitle"/>
          </p:nvPr>
        </p:nvSpPr>
        <p:spPr>
          <a:xfrm>
            <a:off x="7252676" y="2192185"/>
            <a:ext cx="1375800" cy="288000"/>
          </a:xfrm>
          <a:prstGeom prst="rect">
            <a:avLst/>
          </a:prstGeom>
        </p:spPr>
        <p:txBody>
          <a:bodyPr anchorCtr="0" anchor="t" bIns="71375" lIns="71375" spcFirstLastPara="1" rIns="71375" wrap="square" tIns="713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Urbanist"/>
                <a:ea typeface="Urbanist"/>
                <a:cs typeface="Urbanist"/>
                <a:sym typeface="Urbanist"/>
              </a:rPr>
              <a:t>Program Manager</a:t>
            </a:r>
            <a:endParaRPr b="1" sz="1100"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574" name="Google Shape;574;p57"/>
          <p:cNvSpPr txBox="1"/>
          <p:nvPr>
            <p:ph idx="22" type="body"/>
          </p:nvPr>
        </p:nvSpPr>
        <p:spPr>
          <a:xfrm>
            <a:off x="7252666" y="2672882"/>
            <a:ext cx="1508100" cy="759900"/>
          </a:xfrm>
          <a:prstGeom prst="rect">
            <a:avLst/>
          </a:prstGeom>
        </p:spPr>
        <p:txBody>
          <a:bodyPr anchorCtr="0" anchor="t" bIns="71375" lIns="71375" spcFirstLastPara="1" rIns="71375" wrap="square" tIns="713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59"/>
              <a:buNone/>
            </a:pPr>
            <a:r>
              <a:rPr lang="en"/>
              <a:t>Communication, Presentation &amp; </a:t>
            </a:r>
            <a:r>
              <a:rPr lang="en"/>
              <a:t>Front-End Application QA </a:t>
            </a:r>
            <a:endParaRPr/>
          </a:p>
        </p:txBody>
      </p:sp>
      <p:sp>
        <p:nvSpPr>
          <p:cNvPr id="575" name="Google Shape;575;p57"/>
          <p:cNvSpPr/>
          <p:nvPr/>
        </p:nvSpPr>
        <p:spPr>
          <a:xfrm>
            <a:off x="7180025" y="674396"/>
            <a:ext cx="1640400" cy="1127100"/>
          </a:xfrm>
          <a:prstGeom prst="roundRect">
            <a:avLst>
              <a:gd fmla="val 9631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71375" lIns="71375" spcFirstLastPara="1" rIns="71375" wrap="square" tIns="713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93"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576" name="Google Shape;576;p57"/>
          <p:cNvSpPr txBox="1"/>
          <p:nvPr>
            <p:ph idx="20" type="subTitle"/>
          </p:nvPr>
        </p:nvSpPr>
        <p:spPr>
          <a:xfrm>
            <a:off x="7253026" y="749738"/>
            <a:ext cx="1375800" cy="294600"/>
          </a:xfrm>
          <a:prstGeom prst="rect">
            <a:avLst/>
          </a:prstGeom>
        </p:spPr>
        <p:txBody>
          <a:bodyPr anchorCtr="0" anchor="b" bIns="71375" lIns="71375" spcFirstLastPara="1" rIns="71375" wrap="square" tIns="713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49">
                <a:latin typeface="Urbanist"/>
                <a:ea typeface="Urbanist"/>
                <a:cs typeface="Urbanist"/>
                <a:sym typeface="Urbanist"/>
              </a:rPr>
              <a:t>Carly Chavez</a:t>
            </a:r>
            <a:endParaRPr sz="1149"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577" name="Google Shape;577;p57"/>
          <p:cNvSpPr txBox="1"/>
          <p:nvPr>
            <p:ph idx="21" type="subTitle"/>
          </p:nvPr>
        </p:nvSpPr>
        <p:spPr>
          <a:xfrm>
            <a:off x="7253026" y="1057228"/>
            <a:ext cx="1375800" cy="292800"/>
          </a:xfrm>
          <a:prstGeom prst="rect">
            <a:avLst/>
          </a:prstGeom>
        </p:spPr>
        <p:txBody>
          <a:bodyPr anchorCtr="0" anchor="t" bIns="71375" lIns="71375" spcFirstLastPara="1" rIns="71375" wrap="square" tIns="713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37">
                <a:latin typeface="Urbanist"/>
                <a:ea typeface="Urbanist"/>
                <a:cs typeface="Urbanist"/>
                <a:sym typeface="Urbanist"/>
              </a:rPr>
              <a:t>MVP Consultant</a:t>
            </a:r>
            <a:endParaRPr b="1" sz="1137">
              <a:latin typeface="Urbanist"/>
              <a:ea typeface="Urbanist"/>
              <a:cs typeface="Urbanist"/>
              <a:sym typeface="Urbanist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1" name="Shape 5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2" name="Google Shape;582;p58"/>
          <p:cNvSpPr/>
          <p:nvPr/>
        </p:nvSpPr>
        <p:spPr>
          <a:xfrm>
            <a:off x="114813" y="1597800"/>
            <a:ext cx="2158800" cy="1475400"/>
          </a:xfrm>
          <a:prstGeom prst="roundRect">
            <a:avLst>
              <a:gd fmla="val 9631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3925" lIns="93925" spcFirstLastPara="1" rIns="93925" wrap="square" tIns="939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38"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grpSp>
        <p:nvGrpSpPr>
          <p:cNvPr id="583" name="Google Shape;583;p58"/>
          <p:cNvGrpSpPr/>
          <p:nvPr/>
        </p:nvGrpSpPr>
        <p:grpSpPr>
          <a:xfrm rot="-5400000">
            <a:off x="1995467" y="1758061"/>
            <a:ext cx="204654" cy="205433"/>
            <a:chOff x="259788" y="1923155"/>
            <a:chExt cx="409800" cy="409800"/>
          </a:xfrm>
        </p:grpSpPr>
        <p:sp>
          <p:nvSpPr>
            <p:cNvPr id="584" name="Google Shape;584;p58"/>
            <p:cNvSpPr/>
            <p:nvPr/>
          </p:nvSpPr>
          <p:spPr>
            <a:xfrm>
              <a:off x="259788" y="1923155"/>
              <a:ext cx="409800" cy="409800"/>
            </a:xfrm>
            <a:prstGeom prst="ellipse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endParaRPr>
            </a:p>
          </p:txBody>
        </p:sp>
        <p:grpSp>
          <p:nvGrpSpPr>
            <p:cNvPr id="585" name="Google Shape;585;p58"/>
            <p:cNvGrpSpPr/>
            <p:nvPr/>
          </p:nvGrpSpPr>
          <p:grpSpPr>
            <a:xfrm>
              <a:off x="362088" y="2093825"/>
              <a:ext cx="205200" cy="102600"/>
              <a:chOff x="498725" y="2069800"/>
              <a:chExt cx="205200" cy="102600"/>
            </a:xfrm>
          </p:grpSpPr>
          <p:cxnSp>
            <p:nvCxnSpPr>
              <p:cNvPr id="586" name="Google Shape;586;p58"/>
              <p:cNvCxnSpPr/>
              <p:nvPr/>
            </p:nvCxnSpPr>
            <p:spPr>
              <a:xfrm>
                <a:off x="498725" y="2069800"/>
                <a:ext cx="102600" cy="1026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587" name="Google Shape;587;p58"/>
              <p:cNvCxnSpPr/>
              <p:nvPr/>
            </p:nvCxnSpPr>
            <p:spPr>
              <a:xfrm flipH="1">
                <a:off x="601325" y="2069800"/>
                <a:ext cx="102600" cy="1026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</p:grpSp>
      <p:sp>
        <p:nvSpPr>
          <p:cNvPr id="588" name="Google Shape;588;p58"/>
          <p:cNvSpPr/>
          <p:nvPr/>
        </p:nvSpPr>
        <p:spPr>
          <a:xfrm>
            <a:off x="2368213" y="1597800"/>
            <a:ext cx="2158800" cy="1475400"/>
          </a:xfrm>
          <a:prstGeom prst="roundRect">
            <a:avLst>
              <a:gd fmla="val 9631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3925" lIns="93925" spcFirstLastPara="1" rIns="93925" wrap="square" tIns="939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38"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grpSp>
        <p:nvGrpSpPr>
          <p:cNvPr id="589" name="Google Shape;589;p58"/>
          <p:cNvGrpSpPr/>
          <p:nvPr/>
        </p:nvGrpSpPr>
        <p:grpSpPr>
          <a:xfrm rot="-5400000">
            <a:off x="4242361" y="1758061"/>
            <a:ext cx="204654" cy="205433"/>
            <a:chOff x="259788" y="1923155"/>
            <a:chExt cx="409800" cy="409800"/>
          </a:xfrm>
        </p:grpSpPr>
        <p:sp>
          <p:nvSpPr>
            <p:cNvPr id="590" name="Google Shape;590;p58"/>
            <p:cNvSpPr/>
            <p:nvPr/>
          </p:nvSpPr>
          <p:spPr>
            <a:xfrm>
              <a:off x="259788" y="1923155"/>
              <a:ext cx="409800" cy="409800"/>
            </a:xfrm>
            <a:prstGeom prst="ellipse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endParaRPr>
            </a:p>
          </p:txBody>
        </p:sp>
        <p:grpSp>
          <p:nvGrpSpPr>
            <p:cNvPr id="591" name="Google Shape;591;p58"/>
            <p:cNvGrpSpPr/>
            <p:nvPr/>
          </p:nvGrpSpPr>
          <p:grpSpPr>
            <a:xfrm>
              <a:off x="362088" y="2093825"/>
              <a:ext cx="205200" cy="102600"/>
              <a:chOff x="498725" y="2069800"/>
              <a:chExt cx="205200" cy="102600"/>
            </a:xfrm>
          </p:grpSpPr>
          <p:cxnSp>
            <p:nvCxnSpPr>
              <p:cNvPr id="592" name="Google Shape;592;p58"/>
              <p:cNvCxnSpPr/>
              <p:nvPr/>
            </p:nvCxnSpPr>
            <p:spPr>
              <a:xfrm>
                <a:off x="498725" y="2069800"/>
                <a:ext cx="102600" cy="1026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593" name="Google Shape;593;p58"/>
              <p:cNvCxnSpPr/>
              <p:nvPr/>
            </p:nvCxnSpPr>
            <p:spPr>
              <a:xfrm flipH="1">
                <a:off x="601325" y="2069800"/>
                <a:ext cx="102600" cy="1026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</p:grpSp>
      <p:sp>
        <p:nvSpPr>
          <p:cNvPr id="594" name="Google Shape;594;p58"/>
          <p:cNvSpPr/>
          <p:nvPr/>
        </p:nvSpPr>
        <p:spPr>
          <a:xfrm>
            <a:off x="6879887" y="1597800"/>
            <a:ext cx="2150400" cy="1475400"/>
          </a:xfrm>
          <a:prstGeom prst="roundRect">
            <a:avLst>
              <a:gd fmla="val 9631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3925" lIns="93925" spcFirstLastPara="1" rIns="93925" wrap="square" tIns="939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38"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grpSp>
        <p:nvGrpSpPr>
          <p:cNvPr id="595" name="Google Shape;595;p58"/>
          <p:cNvGrpSpPr/>
          <p:nvPr/>
        </p:nvGrpSpPr>
        <p:grpSpPr>
          <a:xfrm rot="-5400000">
            <a:off x="8776442" y="1758450"/>
            <a:ext cx="204654" cy="204654"/>
            <a:chOff x="259788" y="1923155"/>
            <a:chExt cx="409800" cy="409800"/>
          </a:xfrm>
        </p:grpSpPr>
        <p:sp>
          <p:nvSpPr>
            <p:cNvPr id="596" name="Google Shape;596;p58"/>
            <p:cNvSpPr/>
            <p:nvPr/>
          </p:nvSpPr>
          <p:spPr>
            <a:xfrm>
              <a:off x="259788" y="1923155"/>
              <a:ext cx="409800" cy="409800"/>
            </a:xfrm>
            <a:prstGeom prst="ellipse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endParaRPr>
            </a:p>
          </p:txBody>
        </p:sp>
        <p:grpSp>
          <p:nvGrpSpPr>
            <p:cNvPr id="597" name="Google Shape;597;p58"/>
            <p:cNvGrpSpPr/>
            <p:nvPr/>
          </p:nvGrpSpPr>
          <p:grpSpPr>
            <a:xfrm>
              <a:off x="362088" y="2093825"/>
              <a:ext cx="205200" cy="102600"/>
              <a:chOff x="498725" y="2069800"/>
              <a:chExt cx="205200" cy="102600"/>
            </a:xfrm>
          </p:grpSpPr>
          <p:cxnSp>
            <p:nvCxnSpPr>
              <p:cNvPr id="598" name="Google Shape;598;p58"/>
              <p:cNvCxnSpPr/>
              <p:nvPr/>
            </p:nvCxnSpPr>
            <p:spPr>
              <a:xfrm>
                <a:off x="498725" y="2069800"/>
                <a:ext cx="102600" cy="1026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599" name="Google Shape;599;p58"/>
              <p:cNvCxnSpPr/>
              <p:nvPr/>
            </p:nvCxnSpPr>
            <p:spPr>
              <a:xfrm flipH="1">
                <a:off x="601325" y="2069800"/>
                <a:ext cx="102600" cy="1026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</p:grpSp>
      <p:sp>
        <p:nvSpPr>
          <p:cNvPr id="600" name="Google Shape;600;p58"/>
          <p:cNvSpPr/>
          <p:nvPr/>
        </p:nvSpPr>
        <p:spPr>
          <a:xfrm>
            <a:off x="4621572" y="1597800"/>
            <a:ext cx="2158800" cy="1475400"/>
          </a:xfrm>
          <a:prstGeom prst="roundRect">
            <a:avLst>
              <a:gd fmla="val 9631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3925" lIns="93925" spcFirstLastPara="1" rIns="93925" wrap="square" tIns="939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38"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grpSp>
        <p:nvGrpSpPr>
          <p:cNvPr id="601" name="Google Shape;601;p58"/>
          <p:cNvGrpSpPr/>
          <p:nvPr/>
        </p:nvGrpSpPr>
        <p:grpSpPr>
          <a:xfrm rot="-5400000">
            <a:off x="6489216" y="1758061"/>
            <a:ext cx="204654" cy="205433"/>
            <a:chOff x="259788" y="1923155"/>
            <a:chExt cx="409800" cy="409800"/>
          </a:xfrm>
        </p:grpSpPr>
        <p:sp>
          <p:nvSpPr>
            <p:cNvPr id="602" name="Google Shape;602;p58"/>
            <p:cNvSpPr/>
            <p:nvPr/>
          </p:nvSpPr>
          <p:spPr>
            <a:xfrm>
              <a:off x="259788" y="1923155"/>
              <a:ext cx="409800" cy="409800"/>
            </a:xfrm>
            <a:prstGeom prst="ellipse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endParaRPr>
            </a:p>
          </p:txBody>
        </p:sp>
        <p:grpSp>
          <p:nvGrpSpPr>
            <p:cNvPr id="603" name="Google Shape;603;p58"/>
            <p:cNvGrpSpPr/>
            <p:nvPr/>
          </p:nvGrpSpPr>
          <p:grpSpPr>
            <a:xfrm>
              <a:off x="362088" y="2093825"/>
              <a:ext cx="205200" cy="102600"/>
              <a:chOff x="498725" y="2069800"/>
              <a:chExt cx="205200" cy="102600"/>
            </a:xfrm>
          </p:grpSpPr>
          <p:cxnSp>
            <p:nvCxnSpPr>
              <p:cNvPr id="604" name="Google Shape;604;p58"/>
              <p:cNvCxnSpPr/>
              <p:nvPr/>
            </p:nvCxnSpPr>
            <p:spPr>
              <a:xfrm>
                <a:off x="498725" y="2069800"/>
                <a:ext cx="102600" cy="1026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605" name="Google Shape;605;p58"/>
              <p:cNvCxnSpPr/>
              <p:nvPr/>
            </p:nvCxnSpPr>
            <p:spPr>
              <a:xfrm flipH="1">
                <a:off x="601325" y="2069800"/>
                <a:ext cx="102600" cy="1026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</p:grpSp>
      <p:sp>
        <p:nvSpPr>
          <p:cNvPr id="606" name="Google Shape;606;p58"/>
          <p:cNvSpPr txBox="1"/>
          <p:nvPr>
            <p:ph idx="2" type="subTitle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November</a:t>
            </a:r>
            <a:endParaRPr/>
          </a:p>
        </p:txBody>
      </p:sp>
      <p:sp>
        <p:nvSpPr>
          <p:cNvPr id="607" name="Google Shape;607;p58"/>
          <p:cNvSpPr txBox="1"/>
          <p:nvPr>
            <p:ph idx="3" type="subTitle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2025</a:t>
            </a:r>
            <a:endParaRPr/>
          </a:p>
        </p:txBody>
      </p:sp>
      <p:sp>
        <p:nvSpPr>
          <p:cNvPr id="608" name="Google Shape;608;p58"/>
          <p:cNvSpPr txBox="1"/>
          <p:nvPr>
            <p:ph idx="4" type="subTitle"/>
          </p:nvPr>
        </p:nvSpPr>
        <p:spPr>
          <a:xfrm>
            <a:off x="228600" y="228600"/>
            <a:ext cx="2920800" cy="2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Process:</a:t>
            </a:r>
            <a:endParaRPr/>
          </a:p>
        </p:txBody>
      </p:sp>
      <p:sp>
        <p:nvSpPr>
          <p:cNvPr id="609" name="Google Shape;609;p58"/>
          <p:cNvSpPr txBox="1"/>
          <p:nvPr>
            <p:ph idx="19" type="title"/>
          </p:nvPr>
        </p:nvSpPr>
        <p:spPr>
          <a:xfrm>
            <a:off x="228600" y="613525"/>
            <a:ext cx="3904500" cy="537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Innovation Journey</a:t>
            </a:r>
            <a:endParaRPr/>
          </a:p>
        </p:txBody>
      </p:sp>
      <p:sp>
        <p:nvSpPr>
          <p:cNvPr id="610" name="Google Shape;610;p58"/>
          <p:cNvSpPr txBox="1"/>
          <p:nvPr>
            <p:ph type="title"/>
          </p:nvPr>
        </p:nvSpPr>
        <p:spPr>
          <a:xfrm>
            <a:off x="242337" y="1807550"/>
            <a:ext cx="1862100" cy="293100"/>
          </a:xfrm>
          <a:prstGeom prst="rect">
            <a:avLst/>
          </a:prstGeom>
        </p:spPr>
        <p:txBody>
          <a:bodyPr anchorCtr="0" anchor="b" bIns="91425" lIns="0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</a:t>
            </a:r>
            <a:endParaRPr/>
          </a:p>
        </p:txBody>
      </p:sp>
      <p:sp>
        <p:nvSpPr>
          <p:cNvPr id="611" name="Google Shape;611;p58"/>
          <p:cNvSpPr txBox="1"/>
          <p:nvPr>
            <p:ph idx="5" type="subTitle"/>
          </p:nvPr>
        </p:nvSpPr>
        <p:spPr>
          <a:xfrm>
            <a:off x="242337" y="2129740"/>
            <a:ext cx="1974600" cy="2046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Select the Challenge</a:t>
            </a:r>
            <a:endParaRPr/>
          </a:p>
        </p:txBody>
      </p:sp>
      <p:sp>
        <p:nvSpPr>
          <p:cNvPr id="612" name="Google Shape;612;p58"/>
          <p:cNvSpPr txBox="1"/>
          <p:nvPr>
            <p:ph idx="6" type="body"/>
          </p:nvPr>
        </p:nvSpPr>
        <p:spPr>
          <a:xfrm>
            <a:off x="242324" y="2550575"/>
            <a:ext cx="2056500" cy="4779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/>
              <a:t>Challenge selection, Team Introductions and identify </a:t>
            </a:r>
            <a:r>
              <a:rPr lang="en" sz="900"/>
              <a:t>strengths</a:t>
            </a:r>
            <a:r>
              <a:rPr lang="en" sz="900"/>
              <a:t> and weaknesses</a:t>
            </a:r>
            <a:endParaRPr sz="900"/>
          </a:p>
        </p:txBody>
      </p:sp>
      <p:sp>
        <p:nvSpPr>
          <p:cNvPr id="613" name="Google Shape;613;p58"/>
          <p:cNvSpPr txBox="1"/>
          <p:nvPr>
            <p:ph idx="7" type="title"/>
          </p:nvPr>
        </p:nvSpPr>
        <p:spPr>
          <a:xfrm>
            <a:off x="2516534" y="1807550"/>
            <a:ext cx="1862100" cy="293100"/>
          </a:xfrm>
          <a:prstGeom prst="rect">
            <a:avLst/>
          </a:prstGeom>
        </p:spPr>
        <p:txBody>
          <a:bodyPr anchorCtr="0" anchor="b" bIns="91425" lIns="0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2</a:t>
            </a:r>
            <a:endParaRPr/>
          </a:p>
        </p:txBody>
      </p:sp>
      <p:sp>
        <p:nvSpPr>
          <p:cNvPr id="614" name="Google Shape;614;p58"/>
          <p:cNvSpPr txBox="1"/>
          <p:nvPr>
            <p:ph idx="8" type="subTitle"/>
          </p:nvPr>
        </p:nvSpPr>
        <p:spPr>
          <a:xfrm>
            <a:off x="2516534" y="2129740"/>
            <a:ext cx="1974600" cy="2046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Project Planning</a:t>
            </a:r>
            <a:endParaRPr/>
          </a:p>
        </p:txBody>
      </p:sp>
      <p:sp>
        <p:nvSpPr>
          <p:cNvPr id="615" name="Google Shape;615;p58"/>
          <p:cNvSpPr txBox="1"/>
          <p:nvPr>
            <p:ph idx="9" type="body"/>
          </p:nvPr>
        </p:nvSpPr>
        <p:spPr>
          <a:xfrm>
            <a:off x="2516534" y="2550567"/>
            <a:ext cx="1794900" cy="4779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900"/>
              <a:t>Define the Project scope and assign workload and roles. Begin work, clarify questions and realign</a:t>
            </a:r>
            <a:endParaRPr sz="900"/>
          </a:p>
        </p:txBody>
      </p:sp>
      <p:sp>
        <p:nvSpPr>
          <p:cNvPr id="616" name="Google Shape;616;p58"/>
          <p:cNvSpPr txBox="1"/>
          <p:nvPr>
            <p:ph idx="13" type="title"/>
          </p:nvPr>
        </p:nvSpPr>
        <p:spPr>
          <a:xfrm>
            <a:off x="4760932" y="1807550"/>
            <a:ext cx="1862100" cy="293100"/>
          </a:xfrm>
          <a:prstGeom prst="rect">
            <a:avLst/>
          </a:prstGeom>
        </p:spPr>
        <p:txBody>
          <a:bodyPr anchorCtr="0" anchor="b" bIns="91425" lIns="0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3</a:t>
            </a:r>
            <a:endParaRPr/>
          </a:p>
        </p:txBody>
      </p:sp>
      <p:sp>
        <p:nvSpPr>
          <p:cNvPr id="617" name="Google Shape;617;p58"/>
          <p:cNvSpPr txBox="1"/>
          <p:nvPr>
            <p:ph idx="14" type="subTitle"/>
          </p:nvPr>
        </p:nvSpPr>
        <p:spPr>
          <a:xfrm>
            <a:off x="4760932" y="2129740"/>
            <a:ext cx="1974600" cy="2046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Build &amp; Test </a:t>
            </a:r>
            <a:endParaRPr/>
          </a:p>
        </p:txBody>
      </p:sp>
      <p:sp>
        <p:nvSpPr>
          <p:cNvPr id="618" name="Google Shape;618;p58"/>
          <p:cNvSpPr txBox="1"/>
          <p:nvPr>
            <p:ph idx="15" type="body"/>
          </p:nvPr>
        </p:nvSpPr>
        <p:spPr>
          <a:xfrm>
            <a:off x="4760832" y="2550567"/>
            <a:ext cx="1826700" cy="4779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900"/>
              <a:t>Deliver the implementation plan for the partnership.</a:t>
            </a:r>
            <a:endParaRPr sz="900"/>
          </a:p>
        </p:txBody>
      </p:sp>
      <p:sp>
        <p:nvSpPr>
          <p:cNvPr id="619" name="Google Shape;619;p58"/>
          <p:cNvSpPr txBox="1"/>
          <p:nvPr>
            <p:ph idx="16" type="title"/>
          </p:nvPr>
        </p:nvSpPr>
        <p:spPr>
          <a:xfrm>
            <a:off x="7021893" y="1807550"/>
            <a:ext cx="1862100" cy="293100"/>
          </a:xfrm>
          <a:prstGeom prst="rect">
            <a:avLst/>
          </a:prstGeom>
        </p:spPr>
        <p:txBody>
          <a:bodyPr anchorCtr="0" anchor="b" bIns="91425" lIns="0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4</a:t>
            </a:r>
            <a:endParaRPr/>
          </a:p>
        </p:txBody>
      </p:sp>
      <p:sp>
        <p:nvSpPr>
          <p:cNvPr id="620" name="Google Shape;620;p58"/>
          <p:cNvSpPr txBox="1"/>
          <p:nvPr>
            <p:ph idx="17" type="subTitle"/>
          </p:nvPr>
        </p:nvSpPr>
        <p:spPr>
          <a:xfrm>
            <a:off x="7021893" y="2129740"/>
            <a:ext cx="2101200" cy="4326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Integration, Presentation, Continuous Improvement</a:t>
            </a:r>
            <a:endParaRPr/>
          </a:p>
        </p:txBody>
      </p:sp>
      <p:sp>
        <p:nvSpPr>
          <p:cNvPr id="621" name="Google Shape;621;p58"/>
          <p:cNvSpPr txBox="1"/>
          <p:nvPr>
            <p:ph idx="18" type="body"/>
          </p:nvPr>
        </p:nvSpPr>
        <p:spPr>
          <a:xfrm>
            <a:off x="7021893" y="2550567"/>
            <a:ext cx="1791600" cy="4779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900"/>
              <a:t>Consolidate the Front-end, Back-End and Knowledge Source Repository</a:t>
            </a:r>
            <a:endParaRPr sz="900"/>
          </a:p>
        </p:txBody>
      </p:sp>
      <p:sp>
        <p:nvSpPr>
          <p:cNvPr id="622" name="Google Shape;622;p58"/>
          <p:cNvSpPr txBox="1"/>
          <p:nvPr>
            <p:ph idx="1" type="subTitle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lang="en"/>
              <a:t>Codigo Facilito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6" name="Shape 6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7" name="Google Shape;627;p59"/>
          <p:cNvSpPr txBox="1"/>
          <p:nvPr>
            <p:ph idx="5" type="subTitle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Codigo Facilito</a:t>
            </a:r>
            <a:endParaRPr/>
          </a:p>
        </p:txBody>
      </p:sp>
      <p:sp>
        <p:nvSpPr>
          <p:cNvPr id="628" name="Google Shape;628;p59"/>
          <p:cNvSpPr txBox="1"/>
          <p:nvPr>
            <p:ph idx="6" type="subTitle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November</a:t>
            </a:r>
            <a:endParaRPr/>
          </a:p>
        </p:txBody>
      </p:sp>
      <p:sp>
        <p:nvSpPr>
          <p:cNvPr id="629" name="Google Shape;629;p59"/>
          <p:cNvSpPr txBox="1"/>
          <p:nvPr>
            <p:ph idx="7" type="subTitle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2025</a:t>
            </a:r>
            <a:endParaRPr/>
          </a:p>
        </p:txBody>
      </p:sp>
      <p:sp>
        <p:nvSpPr>
          <p:cNvPr id="630" name="Google Shape;630;p59"/>
          <p:cNvSpPr txBox="1"/>
          <p:nvPr>
            <p:ph idx="8" type="subTitle"/>
          </p:nvPr>
        </p:nvSpPr>
        <p:spPr>
          <a:xfrm>
            <a:off x="228600" y="228600"/>
            <a:ext cx="2920800" cy="2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Made with:</a:t>
            </a:r>
            <a:endParaRPr/>
          </a:p>
        </p:txBody>
      </p:sp>
      <p:graphicFrame>
        <p:nvGraphicFramePr>
          <p:cNvPr id="631" name="Google Shape;631;p59"/>
          <p:cNvGraphicFramePr/>
          <p:nvPr/>
        </p:nvGraphicFramePr>
        <p:xfrm>
          <a:off x="977125" y="120683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{E8A47B32-13E9-4473-BAB1-366DE7AB7681}</a:tableStyleId>
              </a:tblPr>
              <a:tblGrid>
                <a:gridCol w="1362900"/>
                <a:gridCol w="5826825"/>
              </a:tblGrid>
              <a:tr h="8754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2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Deployment</a:t>
                      </a:r>
                      <a:endParaRPr>
                        <a:solidFill>
                          <a:schemeClr val="dk2"/>
                        </a:solidFill>
                        <a:latin typeface="Urbanist"/>
                        <a:ea typeface="Urbanist"/>
                        <a:cs typeface="Urbanist"/>
                        <a:sym typeface="Urbanist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solidFill>
                          <a:schemeClr val="dk2"/>
                        </a:solidFill>
                        <a:latin typeface="Urbanist"/>
                        <a:ea typeface="Urbanist"/>
                        <a:cs typeface="Urbanist"/>
                        <a:sym typeface="Urbanist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2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Front-End</a:t>
                      </a:r>
                      <a:endParaRPr>
                        <a:solidFill>
                          <a:schemeClr val="dk2"/>
                        </a:solidFill>
                        <a:latin typeface="Urbanist"/>
                        <a:ea typeface="Urbanist"/>
                        <a:cs typeface="Urbanist"/>
                        <a:sym typeface="Urbanist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2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GitHub Actions, Azure Container Registry, Azure App Service</a:t>
                      </a:r>
                      <a:endParaRPr>
                        <a:solidFill>
                          <a:schemeClr val="dk2"/>
                        </a:solidFill>
                        <a:latin typeface="Urbanist"/>
                        <a:ea typeface="Urbanist"/>
                        <a:cs typeface="Urbanist"/>
                        <a:sym typeface="Urbanist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solidFill>
                          <a:schemeClr val="dk2"/>
                        </a:solidFill>
                        <a:latin typeface="Urbanist"/>
                        <a:ea typeface="Urbanist"/>
                        <a:cs typeface="Urbanist"/>
                        <a:sym typeface="Urbanist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2"/>
                          </a:solidFill>
                          <a:uFill>
                            <a:noFill/>
                          </a:uFill>
                          <a:latin typeface="Urbanist"/>
                          <a:ea typeface="Urbanist"/>
                          <a:cs typeface="Urbanist"/>
                          <a:sym typeface="Urbanist"/>
                          <a:hlinkClick r:id="rId3">
                            <a:extLst>
                              <a:ext uri="{A12FA001-AC4F-418D-AE19-62706E023703}">
                                <ahyp:hlinkClr val="tx"/>
                              </a:ext>
                            </a:extLst>
                          </a:hlinkClick>
                        </a:rPr>
                        <a:t>Next.js</a:t>
                      </a:r>
                      <a:r>
                        <a:rPr lang="en">
                          <a:solidFill>
                            <a:schemeClr val="dk2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, Static Web Apps</a:t>
                      </a:r>
                      <a:endParaRPr>
                        <a:solidFill>
                          <a:schemeClr val="dk2"/>
                        </a:solidFill>
                        <a:latin typeface="Urbanist"/>
                        <a:ea typeface="Urbanist"/>
                        <a:cs typeface="Urbanist"/>
                        <a:sym typeface="Urbanist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127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>
                          <a:solidFill>
                            <a:schemeClr val="dk2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Back-End</a:t>
                      </a:r>
                      <a:endParaRPr>
                        <a:solidFill>
                          <a:schemeClr val="dk2"/>
                        </a:solidFill>
                        <a:latin typeface="Urbanist"/>
                        <a:ea typeface="Urbanist"/>
                        <a:cs typeface="Urbanist"/>
                        <a:sym typeface="Urbanist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2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Python FastAPI, </a:t>
                      </a:r>
                      <a:r>
                        <a:rPr lang="en">
                          <a:solidFill>
                            <a:schemeClr val="dk2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Semantic Kernel.  </a:t>
                      </a:r>
                      <a:r>
                        <a:rPr b="1" lang="en">
                          <a:solidFill>
                            <a:schemeClr val="dk2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Serverless Compute</a:t>
                      </a:r>
                      <a:r>
                        <a:rPr lang="en">
                          <a:solidFill>
                            <a:schemeClr val="dk2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: Azure Functions</a:t>
                      </a:r>
                      <a:endParaRPr>
                        <a:solidFill>
                          <a:schemeClr val="dk2"/>
                        </a:solidFill>
                        <a:latin typeface="Urbanist"/>
                        <a:ea typeface="Urbanist"/>
                        <a:cs typeface="Urbanist"/>
                        <a:sym typeface="Urbanist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267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>
                          <a:solidFill>
                            <a:schemeClr val="dk2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AI Services</a:t>
                      </a:r>
                      <a:endParaRPr>
                        <a:latin typeface="Urbanist"/>
                        <a:ea typeface="Urbanist"/>
                        <a:cs typeface="Urbanist"/>
                        <a:sym typeface="Urbanist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2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Open AI, Text-to-Speech, Translator, Content Moderator</a:t>
                      </a:r>
                      <a:endParaRPr>
                        <a:solidFill>
                          <a:schemeClr val="dk2"/>
                        </a:solidFill>
                        <a:latin typeface="Urbanist"/>
                        <a:ea typeface="Urbanist"/>
                        <a:cs typeface="Urbanist"/>
                        <a:sym typeface="Urbanist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603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>
                          <a:solidFill>
                            <a:schemeClr val="dk2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Data Sources </a:t>
                      </a:r>
                      <a:endParaRPr>
                        <a:latin typeface="Urbanist"/>
                        <a:ea typeface="Urbanist"/>
                        <a:cs typeface="Urbanist"/>
                        <a:sym typeface="Urbanist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2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INEGI, Municipal, State and Federal Government sources</a:t>
                      </a:r>
                      <a:endParaRPr>
                        <a:solidFill>
                          <a:schemeClr val="dk2"/>
                        </a:solidFill>
                        <a:latin typeface="Urbanist"/>
                        <a:ea typeface="Urbanist"/>
                        <a:cs typeface="Urbanist"/>
                        <a:sym typeface="Urbanist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3016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>
                          <a:solidFill>
                            <a:schemeClr val="dk2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Azure </a:t>
                      </a:r>
                      <a:r>
                        <a:rPr lang="en">
                          <a:solidFill>
                            <a:schemeClr val="dk2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Infrastructure</a:t>
                      </a:r>
                      <a:endParaRPr>
                        <a:latin typeface="Urbanist"/>
                        <a:ea typeface="Urbanist"/>
                        <a:cs typeface="Urbanist"/>
                        <a:sym typeface="Urbanist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dk2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Data &amp; Storage:</a:t>
                      </a:r>
                      <a:r>
                        <a:rPr lang="en">
                          <a:solidFill>
                            <a:schemeClr val="dk2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 Blob Storage, Cosmos DB</a:t>
                      </a:r>
                      <a:endParaRPr>
                        <a:solidFill>
                          <a:schemeClr val="dk2"/>
                        </a:solidFill>
                        <a:latin typeface="Urbanist"/>
                        <a:ea typeface="Urbanist"/>
                        <a:cs typeface="Urbanist"/>
                        <a:sym typeface="Urbanist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dk2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Search &amp; Maps:</a:t>
                      </a:r>
                      <a:r>
                        <a:rPr lang="en">
                          <a:solidFill>
                            <a:schemeClr val="dk2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 AI Search, Maps </a:t>
                      </a:r>
                      <a:endParaRPr>
                        <a:solidFill>
                          <a:schemeClr val="dk2"/>
                        </a:solidFill>
                        <a:latin typeface="Urbanist"/>
                        <a:ea typeface="Urbanist"/>
                        <a:cs typeface="Urbanist"/>
                        <a:sym typeface="Urbanist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dk2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Messaging &amp; Events:</a:t>
                      </a:r>
                      <a:r>
                        <a:rPr lang="en">
                          <a:solidFill>
                            <a:schemeClr val="dk2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 </a:t>
                      </a:r>
                      <a:r>
                        <a:rPr lang="en">
                          <a:solidFill>
                            <a:schemeClr val="dk2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Event Grid, Service Bus</a:t>
                      </a:r>
                      <a:endParaRPr>
                        <a:solidFill>
                          <a:schemeClr val="dk2"/>
                        </a:solidFill>
                        <a:latin typeface="Urbanist"/>
                        <a:ea typeface="Urbanist"/>
                        <a:cs typeface="Urbanist"/>
                        <a:sym typeface="Urbanist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dk2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Monitoring &amp; Safety</a:t>
                      </a:r>
                      <a:r>
                        <a:rPr lang="en">
                          <a:solidFill>
                            <a:schemeClr val="dk2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: Communication Services, Content Safety, Monitor &amp; App. Insights</a:t>
                      </a:r>
                      <a:endParaRPr>
                        <a:solidFill>
                          <a:schemeClr val="dk2"/>
                        </a:solidFill>
                        <a:latin typeface="Urbanist"/>
                        <a:ea typeface="Urbanist"/>
                        <a:cs typeface="Urbanist"/>
                        <a:sym typeface="Urbanist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632" name="Google Shape;632;p59"/>
          <p:cNvSpPr txBox="1"/>
          <p:nvPr>
            <p:ph type="title"/>
          </p:nvPr>
        </p:nvSpPr>
        <p:spPr>
          <a:xfrm>
            <a:off x="228600" y="613525"/>
            <a:ext cx="3904500" cy="537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Modern Technology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6" name="Shape 6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7" name="Google Shape;637;p60"/>
          <p:cNvSpPr txBox="1"/>
          <p:nvPr>
            <p:ph type="title"/>
          </p:nvPr>
        </p:nvSpPr>
        <p:spPr>
          <a:xfrm>
            <a:off x="228600" y="689725"/>
            <a:ext cx="3644400" cy="4449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lang="en"/>
              <a:t>App Development</a:t>
            </a:r>
            <a:endParaRPr/>
          </a:p>
        </p:txBody>
      </p:sp>
      <p:sp>
        <p:nvSpPr>
          <p:cNvPr id="638" name="Google Shape;638;p60"/>
          <p:cNvSpPr txBox="1"/>
          <p:nvPr>
            <p:ph idx="6" type="subTitle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November</a:t>
            </a:r>
            <a:endParaRPr/>
          </a:p>
        </p:txBody>
      </p:sp>
      <p:sp>
        <p:nvSpPr>
          <p:cNvPr id="639" name="Google Shape;639;p60"/>
          <p:cNvSpPr txBox="1"/>
          <p:nvPr>
            <p:ph idx="7" type="subTitle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2025</a:t>
            </a:r>
            <a:endParaRPr/>
          </a:p>
        </p:txBody>
      </p:sp>
      <p:sp>
        <p:nvSpPr>
          <p:cNvPr id="640" name="Google Shape;640;p60"/>
          <p:cNvSpPr txBox="1"/>
          <p:nvPr>
            <p:ph idx="8" type="subTitle"/>
          </p:nvPr>
        </p:nvSpPr>
        <p:spPr>
          <a:xfrm>
            <a:off x="235575" y="228600"/>
            <a:ext cx="2870100" cy="2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We Deliver:</a:t>
            </a:r>
            <a:endParaRPr/>
          </a:p>
        </p:txBody>
      </p:sp>
      <p:sp>
        <p:nvSpPr>
          <p:cNvPr id="641" name="Google Shape;641;p60"/>
          <p:cNvSpPr txBox="1"/>
          <p:nvPr>
            <p:ph idx="5" type="subTitle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lang="en"/>
              <a:t>Codigo Facilito</a:t>
            </a:r>
            <a:endParaRPr/>
          </a:p>
        </p:txBody>
      </p:sp>
      <p:sp>
        <p:nvSpPr>
          <p:cNvPr id="642" name="Google Shape;642;p60"/>
          <p:cNvSpPr txBox="1"/>
          <p:nvPr/>
        </p:nvSpPr>
        <p:spPr>
          <a:xfrm>
            <a:off x="4618950" y="3038563"/>
            <a:ext cx="3152700" cy="126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en">
                <a:solidFill>
                  <a:srgbClr val="ADADAD"/>
                </a:solidFill>
              </a:rPr>
              <a:t>Designed to be inclusive and easy to replicate, providing essential information to people with disabilities, language barriers, or limited technical knowledge.</a:t>
            </a:r>
            <a:endParaRPr sz="1000">
              <a:solidFill>
                <a:srgbClr val="ADADAD"/>
              </a:solidFill>
            </a:endParaRPr>
          </a:p>
        </p:txBody>
      </p:sp>
      <p:pic>
        <p:nvPicPr>
          <p:cNvPr id="643" name="Google Shape;643;p60"/>
          <p:cNvPicPr preferRelativeResize="0"/>
          <p:nvPr/>
        </p:nvPicPr>
        <p:blipFill>
          <a:blip r:embed="rId3">
            <a:alphaModFix amt="90000"/>
          </a:blip>
          <a:stretch>
            <a:fillRect/>
          </a:stretch>
        </p:blipFill>
        <p:spPr>
          <a:xfrm>
            <a:off x="1489448" y="1592860"/>
            <a:ext cx="1122699" cy="1104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7" name="Shape 6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8" name="Google Shape;648;p61"/>
          <p:cNvSpPr txBox="1"/>
          <p:nvPr>
            <p:ph type="title"/>
          </p:nvPr>
        </p:nvSpPr>
        <p:spPr>
          <a:xfrm>
            <a:off x="228600" y="613525"/>
            <a:ext cx="3904500" cy="537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Solutions</a:t>
            </a:r>
            <a:endParaRPr/>
          </a:p>
        </p:txBody>
      </p:sp>
      <p:sp>
        <p:nvSpPr>
          <p:cNvPr id="649" name="Google Shape;649;p61"/>
          <p:cNvSpPr txBox="1"/>
          <p:nvPr>
            <p:ph idx="5" type="subTitle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Codigo Facilito</a:t>
            </a:r>
            <a:endParaRPr/>
          </a:p>
        </p:txBody>
      </p:sp>
      <p:sp>
        <p:nvSpPr>
          <p:cNvPr id="650" name="Google Shape;650;p61"/>
          <p:cNvSpPr txBox="1"/>
          <p:nvPr>
            <p:ph idx="6" type="subTitle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November</a:t>
            </a:r>
            <a:endParaRPr/>
          </a:p>
        </p:txBody>
      </p:sp>
      <p:sp>
        <p:nvSpPr>
          <p:cNvPr id="651" name="Google Shape;651;p61"/>
          <p:cNvSpPr txBox="1"/>
          <p:nvPr>
            <p:ph idx="7" type="subTitle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2025</a:t>
            </a:r>
            <a:endParaRPr/>
          </a:p>
        </p:txBody>
      </p:sp>
      <p:sp>
        <p:nvSpPr>
          <p:cNvPr id="652" name="Google Shape;652;p61"/>
          <p:cNvSpPr txBox="1"/>
          <p:nvPr>
            <p:ph idx="8" type="subTitle"/>
          </p:nvPr>
        </p:nvSpPr>
        <p:spPr>
          <a:xfrm>
            <a:off x="228600" y="228600"/>
            <a:ext cx="2920800" cy="2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How we transformed into:</a:t>
            </a:r>
            <a:endParaRPr/>
          </a:p>
        </p:txBody>
      </p:sp>
      <p:graphicFrame>
        <p:nvGraphicFramePr>
          <p:cNvPr id="653" name="Google Shape;653;p61"/>
          <p:cNvGraphicFramePr/>
          <p:nvPr/>
        </p:nvGraphicFramePr>
        <p:xfrm>
          <a:off x="255313" y="168388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{E8A47B32-13E9-4473-BAB1-366DE7AB7681}</a:tableStyleId>
              </a:tblPr>
              <a:tblGrid>
                <a:gridCol w="2792025"/>
                <a:gridCol w="5841350"/>
              </a:tblGrid>
              <a:tr h="7340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Font typeface="Arial"/>
                        <a:buNone/>
                      </a:pPr>
                      <a:r>
                        <a:rPr lang="en" sz="1500">
                          <a:solidFill>
                            <a:schemeClr val="lt1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Understand Policies</a:t>
                      </a:r>
                      <a:endParaRPr sz="1500">
                        <a:solidFill>
                          <a:schemeClr val="dk2"/>
                        </a:solidFill>
                        <a:latin typeface="Urbanist"/>
                        <a:ea typeface="Urbanist"/>
                        <a:cs typeface="Urbanist"/>
                        <a:sym typeface="Urbanist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Font typeface="Arial"/>
                        <a:buNone/>
                      </a:pPr>
                      <a:r>
                        <a:rPr b="1" lang="en" sz="1500">
                          <a:solidFill>
                            <a:schemeClr val="lt1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Educator Agent </a:t>
                      </a:r>
                      <a:r>
                        <a:rPr lang="en" sz="1500">
                          <a:solidFill>
                            <a:schemeClr val="lt1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uses Azure OpenAI and Semantic Kernel to explain concepts and ballots neutrally.</a:t>
                      </a:r>
                      <a:endParaRPr sz="1500">
                        <a:solidFill>
                          <a:schemeClr val="dk2"/>
                        </a:solidFill>
                        <a:latin typeface="Urbanist"/>
                        <a:ea typeface="Urbanist"/>
                        <a:cs typeface="Urbanist"/>
                        <a:sym typeface="Urbanist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9909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500">
                          <a:solidFill>
                            <a:schemeClr val="dk2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Safe-forum space</a:t>
                      </a:r>
                      <a:endParaRPr sz="1500">
                        <a:solidFill>
                          <a:schemeClr val="dk2"/>
                        </a:solidFill>
                        <a:latin typeface="Urbanist"/>
                        <a:ea typeface="Urbanist"/>
                        <a:cs typeface="Urbanist"/>
                        <a:sym typeface="Urbanist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Font typeface="Arial"/>
                        <a:buNone/>
                      </a:pPr>
                      <a:r>
                        <a:rPr lang="en" sz="1500">
                          <a:solidFill>
                            <a:schemeClr val="lt1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Provide a </a:t>
                      </a:r>
                      <a:r>
                        <a:rPr b="1" lang="en" sz="1500">
                          <a:solidFill>
                            <a:schemeClr val="lt1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moderated</a:t>
                      </a:r>
                      <a:r>
                        <a:rPr lang="en" sz="1500">
                          <a:solidFill>
                            <a:schemeClr val="lt1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, safe-discussion space where Citizens can engage in community related topics, share concerns, and interact constructively.</a:t>
                      </a:r>
                      <a:endParaRPr sz="1500">
                        <a:solidFill>
                          <a:schemeClr val="dk2"/>
                        </a:solidFill>
                        <a:latin typeface="Urbanist"/>
                        <a:ea typeface="Urbanist"/>
                        <a:cs typeface="Urbanist"/>
                        <a:sym typeface="Urbanist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7340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500">
                          <a:solidFill>
                            <a:schemeClr val="dk2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Personalized Civic involvement</a:t>
                      </a:r>
                      <a:endParaRPr sz="1500">
                        <a:latin typeface="Urbanist"/>
                        <a:ea typeface="Urbanist"/>
                        <a:cs typeface="Urbanist"/>
                        <a:sym typeface="Urbanist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Font typeface="Arial"/>
                        <a:buNone/>
                      </a:pPr>
                      <a:r>
                        <a:rPr b="1" lang="en" sz="1500">
                          <a:solidFill>
                            <a:schemeClr val="lt1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Notification Agent </a:t>
                      </a:r>
                      <a:r>
                        <a:rPr lang="en" sz="1500">
                          <a:solidFill>
                            <a:schemeClr val="lt1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filters events and alerts based on geographical location and profile interests.</a:t>
                      </a:r>
                      <a:endParaRPr sz="1500">
                        <a:solidFill>
                          <a:schemeClr val="dk2"/>
                        </a:solidFill>
                        <a:latin typeface="Urbanist"/>
                        <a:ea typeface="Urbanist"/>
                        <a:cs typeface="Urbanist"/>
                        <a:sym typeface="Urbanist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7" name="Shape 6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8" name="Google Shape;658;p62"/>
          <p:cNvSpPr txBox="1"/>
          <p:nvPr>
            <p:ph type="title"/>
          </p:nvPr>
        </p:nvSpPr>
        <p:spPr>
          <a:xfrm>
            <a:off x="228600" y="613525"/>
            <a:ext cx="3904500" cy="537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Solutions (</a:t>
            </a:r>
            <a:r>
              <a:rPr lang="en"/>
              <a:t>Cont.</a:t>
            </a:r>
            <a:r>
              <a:rPr lang="en"/>
              <a:t>)</a:t>
            </a:r>
            <a:endParaRPr/>
          </a:p>
        </p:txBody>
      </p:sp>
      <p:sp>
        <p:nvSpPr>
          <p:cNvPr id="659" name="Google Shape;659;p62"/>
          <p:cNvSpPr txBox="1"/>
          <p:nvPr>
            <p:ph idx="5" type="subTitle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Codigo Facilito</a:t>
            </a:r>
            <a:endParaRPr/>
          </a:p>
        </p:txBody>
      </p:sp>
      <p:sp>
        <p:nvSpPr>
          <p:cNvPr id="660" name="Google Shape;660;p62"/>
          <p:cNvSpPr txBox="1"/>
          <p:nvPr>
            <p:ph idx="6" type="subTitle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November</a:t>
            </a:r>
            <a:endParaRPr/>
          </a:p>
        </p:txBody>
      </p:sp>
      <p:sp>
        <p:nvSpPr>
          <p:cNvPr id="661" name="Google Shape;661;p62"/>
          <p:cNvSpPr txBox="1"/>
          <p:nvPr>
            <p:ph idx="7" type="subTitle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2025</a:t>
            </a:r>
            <a:endParaRPr/>
          </a:p>
        </p:txBody>
      </p:sp>
      <p:sp>
        <p:nvSpPr>
          <p:cNvPr id="662" name="Google Shape;662;p62"/>
          <p:cNvSpPr txBox="1"/>
          <p:nvPr>
            <p:ph idx="8" type="subTitle"/>
          </p:nvPr>
        </p:nvSpPr>
        <p:spPr>
          <a:xfrm>
            <a:off x="228600" y="228600"/>
            <a:ext cx="2920800" cy="2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How we transformed into:</a:t>
            </a:r>
            <a:endParaRPr/>
          </a:p>
        </p:txBody>
      </p:sp>
      <p:graphicFrame>
        <p:nvGraphicFramePr>
          <p:cNvPr id="663" name="Google Shape;663;p62"/>
          <p:cNvGraphicFramePr/>
          <p:nvPr/>
        </p:nvGraphicFramePr>
        <p:xfrm>
          <a:off x="363425" y="18015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{E8A47B32-13E9-4473-BAB1-366DE7AB7681}</a:tableStyleId>
              </a:tblPr>
              <a:tblGrid>
                <a:gridCol w="2516900"/>
                <a:gridCol w="5806350"/>
              </a:tblGrid>
              <a:tr h="10816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Font typeface="Arial"/>
                        <a:buNone/>
                      </a:pPr>
                      <a:r>
                        <a:rPr lang="en" sz="1500">
                          <a:solidFill>
                            <a:schemeClr val="lt1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Trusted and Verified </a:t>
                      </a:r>
                      <a:endParaRPr sz="1500">
                        <a:solidFill>
                          <a:schemeClr val="lt1"/>
                        </a:solidFill>
                        <a:latin typeface="Urbanist"/>
                        <a:ea typeface="Urbanist"/>
                        <a:cs typeface="Urbanist"/>
                        <a:sym typeface="Urbanist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Font typeface="Arial"/>
                        <a:buNone/>
                      </a:pPr>
                      <a:r>
                        <a:rPr lang="en" sz="1500">
                          <a:solidFill>
                            <a:schemeClr val="lt1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Government data</a:t>
                      </a:r>
                      <a:endParaRPr sz="1500">
                        <a:latin typeface="Urbanist"/>
                        <a:ea typeface="Urbanist"/>
                        <a:cs typeface="Urbanist"/>
                        <a:sym typeface="Urbanist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500">
                          <a:solidFill>
                            <a:schemeClr val="lt1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Ingestion Agent </a:t>
                      </a:r>
                      <a:r>
                        <a:rPr lang="en" sz="1500">
                          <a:solidFill>
                            <a:schemeClr val="lt1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frequently</a:t>
                      </a:r>
                      <a:r>
                        <a:rPr lang="en" sz="1500">
                          <a:solidFill>
                            <a:schemeClr val="lt1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 updates the knowledge to ensure accuracy and freshness.</a:t>
                      </a:r>
                      <a:endParaRPr sz="1500">
                        <a:solidFill>
                          <a:schemeClr val="dk2"/>
                        </a:solidFill>
                        <a:latin typeface="Urbanist"/>
                        <a:ea typeface="Urbanist"/>
                        <a:cs typeface="Urbanist"/>
                        <a:sym typeface="Urbanist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4602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Font typeface="Arial"/>
                        <a:buNone/>
                      </a:pPr>
                      <a:r>
                        <a:rPr lang="en" sz="1500">
                          <a:solidFill>
                            <a:schemeClr val="lt1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Aggregating fragmented </a:t>
                      </a:r>
                      <a:endParaRPr sz="1500">
                        <a:solidFill>
                          <a:schemeClr val="lt1"/>
                        </a:solidFill>
                        <a:latin typeface="Urbanist"/>
                        <a:ea typeface="Urbanist"/>
                        <a:cs typeface="Urbanist"/>
                        <a:sym typeface="Urbanist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Font typeface="Arial"/>
                        <a:buNone/>
                      </a:pPr>
                      <a:r>
                        <a:rPr lang="en" sz="1500">
                          <a:solidFill>
                            <a:schemeClr val="lt1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Public data</a:t>
                      </a:r>
                      <a:endParaRPr sz="1500">
                        <a:latin typeface="Urbanist"/>
                        <a:ea typeface="Urbanist"/>
                        <a:cs typeface="Urbanist"/>
                        <a:sym typeface="Urbanist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500">
                          <a:solidFill>
                            <a:schemeClr val="lt1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Ingestion Agent + RAG Agent </a:t>
                      </a:r>
                      <a:r>
                        <a:rPr lang="en" sz="1500">
                          <a:solidFill>
                            <a:schemeClr val="lt1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consolidate diverse datasets into a unified civic knowledge base within the engagement platform.</a:t>
                      </a:r>
                      <a:endParaRPr sz="1500">
                        <a:solidFill>
                          <a:schemeClr val="dk2"/>
                        </a:solidFill>
                        <a:latin typeface="Urbanist"/>
                        <a:ea typeface="Urbanist"/>
                        <a:cs typeface="Urbanist"/>
                        <a:sym typeface="Urbanist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7" name="Shape 6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8" name="Google Shape;668;p63"/>
          <p:cNvSpPr txBox="1"/>
          <p:nvPr>
            <p:ph idx="5" type="subTitle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Codigo Facilito</a:t>
            </a:r>
            <a:endParaRPr/>
          </a:p>
        </p:txBody>
      </p:sp>
      <p:sp>
        <p:nvSpPr>
          <p:cNvPr id="669" name="Google Shape;669;p63"/>
          <p:cNvSpPr txBox="1"/>
          <p:nvPr>
            <p:ph idx="6" type="subTitle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November</a:t>
            </a:r>
            <a:endParaRPr/>
          </a:p>
        </p:txBody>
      </p:sp>
      <p:sp>
        <p:nvSpPr>
          <p:cNvPr id="670" name="Google Shape;670;p63"/>
          <p:cNvSpPr txBox="1"/>
          <p:nvPr>
            <p:ph idx="7" type="subTitle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2025</a:t>
            </a:r>
            <a:endParaRPr/>
          </a:p>
        </p:txBody>
      </p:sp>
      <p:sp>
        <p:nvSpPr>
          <p:cNvPr id="671" name="Google Shape;671;p63"/>
          <p:cNvSpPr txBox="1"/>
          <p:nvPr>
            <p:ph idx="8" type="subTitle"/>
          </p:nvPr>
        </p:nvSpPr>
        <p:spPr>
          <a:xfrm>
            <a:off x="228600" y="228600"/>
            <a:ext cx="2920800" cy="2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Powered by:</a:t>
            </a:r>
            <a:endParaRPr/>
          </a:p>
        </p:txBody>
      </p:sp>
      <p:pic>
        <p:nvPicPr>
          <p:cNvPr id="672" name="Google Shape;672;p63"/>
          <p:cNvPicPr preferRelativeResize="0"/>
          <p:nvPr/>
        </p:nvPicPr>
        <p:blipFill>
          <a:blip r:embed="rId3">
            <a:alphaModFix amt="90000"/>
          </a:blip>
          <a:stretch>
            <a:fillRect/>
          </a:stretch>
        </p:blipFill>
        <p:spPr>
          <a:xfrm>
            <a:off x="1159350" y="878925"/>
            <a:ext cx="6919202" cy="3797051"/>
          </a:xfrm>
          <a:prstGeom prst="rect">
            <a:avLst/>
          </a:prstGeom>
          <a:noFill/>
          <a:ln>
            <a:noFill/>
          </a:ln>
        </p:spPr>
      </p:pic>
      <p:sp>
        <p:nvSpPr>
          <p:cNvPr id="673" name="Google Shape;673;p63"/>
          <p:cNvSpPr txBox="1"/>
          <p:nvPr>
            <p:ph type="title"/>
          </p:nvPr>
        </p:nvSpPr>
        <p:spPr>
          <a:xfrm>
            <a:off x="228600" y="613525"/>
            <a:ext cx="3904500" cy="537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Azure Architecture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7" name="Shape 6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78" name="Google Shape;678;p64"/>
          <p:cNvCxnSpPr/>
          <p:nvPr/>
        </p:nvCxnSpPr>
        <p:spPr>
          <a:xfrm>
            <a:off x="2956159" y="1176050"/>
            <a:ext cx="0" cy="16512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79" name="Google Shape;679;p64"/>
          <p:cNvCxnSpPr/>
          <p:nvPr/>
        </p:nvCxnSpPr>
        <p:spPr>
          <a:xfrm>
            <a:off x="186600" y="1176050"/>
            <a:ext cx="86769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80" name="Google Shape;680;p64"/>
          <p:cNvCxnSpPr/>
          <p:nvPr/>
        </p:nvCxnSpPr>
        <p:spPr>
          <a:xfrm>
            <a:off x="5885131" y="1176050"/>
            <a:ext cx="0" cy="16512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681" name="Google Shape;681;p64"/>
          <p:cNvGrpSpPr/>
          <p:nvPr/>
        </p:nvGrpSpPr>
        <p:grpSpPr>
          <a:xfrm>
            <a:off x="2646428" y="1339444"/>
            <a:ext cx="204654" cy="201171"/>
            <a:chOff x="259788" y="1923155"/>
            <a:chExt cx="409800" cy="409800"/>
          </a:xfrm>
        </p:grpSpPr>
        <p:sp>
          <p:nvSpPr>
            <p:cNvPr id="682" name="Google Shape;682;p64"/>
            <p:cNvSpPr/>
            <p:nvPr/>
          </p:nvSpPr>
          <p:spPr>
            <a:xfrm>
              <a:off x="259788" y="1923155"/>
              <a:ext cx="409800" cy="409800"/>
            </a:xfrm>
            <a:prstGeom prst="ellipse">
              <a:avLst/>
            </a:prstGeom>
            <a:noFill/>
            <a:ln cap="flat" cmpd="sng" w="952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endParaRPr>
            </a:p>
          </p:txBody>
        </p:sp>
        <p:grpSp>
          <p:nvGrpSpPr>
            <p:cNvPr id="683" name="Google Shape;683;p64"/>
            <p:cNvGrpSpPr/>
            <p:nvPr/>
          </p:nvGrpSpPr>
          <p:grpSpPr>
            <a:xfrm>
              <a:off x="362088" y="2093825"/>
              <a:ext cx="205200" cy="102600"/>
              <a:chOff x="498725" y="2069800"/>
              <a:chExt cx="205200" cy="102600"/>
            </a:xfrm>
          </p:grpSpPr>
          <p:cxnSp>
            <p:nvCxnSpPr>
              <p:cNvPr id="684" name="Google Shape;684;p64"/>
              <p:cNvCxnSpPr/>
              <p:nvPr/>
            </p:nvCxnSpPr>
            <p:spPr>
              <a:xfrm>
                <a:off x="498725" y="2069800"/>
                <a:ext cx="102600" cy="1026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3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685" name="Google Shape;685;p64"/>
              <p:cNvCxnSpPr/>
              <p:nvPr/>
            </p:nvCxnSpPr>
            <p:spPr>
              <a:xfrm flipH="1">
                <a:off x="601325" y="2069800"/>
                <a:ext cx="102600" cy="1026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3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</p:grpSp>
      <p:grpSp>
        <p:nvGrpSpPr>
          <p:cNvPr id="686" name="Google Shape;686;p64"/>
          <p:cNvGrpSpPr/>
          <p:nvPr/>
        </p:nvGrpSpPr>
        <p:grpSpPr>
          <a:xfrm>
            <a:off x="5566175" y="1339444"/>
            <a:ext cx="204654" cy="201171"/>
            <a:chOff x="259788" y="1923155"/>
            <a:chExt cx="409800" cy="409800"/>
          </a:xfrm>
        </p:grpSpPr>
        <p:sp>
          <p:nvSpPr>
            <p:cNvPr id="687" name="Google Shape;687;p64"/>
            <p:cNvSpPr/>
            <p:nvPr/>
          </p:nvSpPr>
          <p:spPr>
            <a:xfrm>
              <a:off x="259788" y="1923155"/>
              <a:ext cx="409800" cy="409800"/>
            </a:xfrm>
            <a:prstGeom prst="ellipse">
              <a:avLst/>
            </a:prstGeom>
            <a:noFill/>
            <a:ln cap="flat" cmpd="sng" w="952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endParaRPr>
            </a:p>
          </p:txBody>
        </p:sp>
        <p:grpSp>
          <p:nvGrpSpPr>
            <p:cNvPr id="688" name="Google Shape;688;p64"/>
            <p:cNvGrpSpPr/>
            <p:nvPr/>
          </p:nvGrpSpPr>
          <p:grpSpPr>
            <a:xfrm>
              <a:off x="362088" y="2093825"/>
              <a:ext cx="205200" cy="102600"/>
              <a:chOff x="498725" y="2069800"/>
              <a:chExt cx="205200" cy="102600"/>
            </a:xfrm>
          </p:grpSpPr>
          <p:cxnSp>
            <p:nvCxnSpPr>
              <p:cNvPr id="689" name="Google Shape;689;p64"/>
              <p:cNvCxnSpPr/>
              <p:nvPr/>
            </p:nvCxnSpPr>
            <p:spPr>
              <a:xfrm>
                <a:off x="498725" y="2069800"/>
                <a:ext cx="102600" cy="1026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3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690" name="Google Shape;690;p64"/>
              <p:cNvCxnSpPr/>
              <p:nvPr/>
            </p:nvCxnSpPr>
            <p:spPr>
              <a:xfrm flipH="1">
                <a:off x="601325" y="2069800"/>
                <a:ext cx="102600" cy="1026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3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</p:grpSp>
      <p:grpSp>
        <p:nvGrpSpPr>
          <p:cNvPr id="691" name="Google Shape;691;p64"/>
          <p:cNvGrpSpPr/>
          <p:nvPr/>
        </p:nvGrpSpPr>
        <p:grpSpPr>
          <a:xfrm>
            <a:off x="8658846" y="1339444"/>
            <a:ext cx="204654" cy="201171"/>
            <a:chOff x="259788" y="1923155"/>
            <a:chExt cx="409800" cy="409800"/>
          </a:xfrm>
        </p:grpSpPr>
        <p:sp>
          <p:nvSpPr>
            <p:cNvPr id="692" name="Google Shape;692;p64"/>
            <p:cNvSpPr/>
            <p:nvPr/>
          </p:nvSpPr>
          <p:spPr>
            <a:xfrm>
              <a:off x="259788" y="1923155"/>
              <a:ext cx="409800" cy="409800"/>
            </a:xfrm>
            <a:prstGeom prst="ellipse">
              <a:avLst/>
            </a:prstGeom>
            <a:noFill/>
            <a:ln cap="flat" cmpd="sng" w="952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endParaRPr>
            </a:p>
          </p:txBody>
        </p:sp>
        <p:grpSp>
          <p:nvGrpSpPr>
            <p:cNvPr id="693" name="Google Shape;693;p64"/>
            <p:cNvGrpSpPr/>
            <p:nvPr/>
          </p:nvGrpSpPr>
          <p:grpSpPr>
            <a:xfrm>
              <a:off x="362088" y="2093825"/>
              <a:ext cx="205200" cy="102600"/>
              <a:chOff x="498725" y="2069800"/>
              <a:chExt cx="205200" cy="102600"/>
            </a:xfrm>
          </p:grpSpPr>
          <p:cxnSp>
            <p:nvCxnSpPr>
              <p:cNvPr id="694" name="Google Shape;694;p64"/>
              <p:cNvCxnSpPr/>
              <p:nvPr/>
            </p:nvCxnSpPr>
            <p:spPr>
              <a:xfrm>
                <a:off x="498725" y="2069800"/>
                <a:ext cx="102600" cy="1026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3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695" name="Google Shape;695;p64"/>
              <p:cNvCxnSpPr/>
              <p:nvPr/>
            </p:nvCxnSpPr>
            <p:spPr>
              <a:xfrm flipH="1">
                <a:off x="601325" y="2069800"/>
                <a:ext cx="102600" cy="1026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3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</p:grpSp>
      <p:sp>
        <p:nvSpPr>
          <p:cNvPr id="696" name="Google Shape;696;p64"/>
          <p:cNvSpPr txBox="1"/>
          <p:nvPr>
            <p:ph idx="1" type="subTitle"/>
          </p:nvPr>
        </p:nvSpPr>
        <p:spPr>
          <a:xfrm>
            <a:off x="228600" y="228600"/>
            <a:ext cx="2920800" cy="2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Our values:</a:t>
            </a:r>
            <a:endParaRPr/>
          </a:p>
        </p:txBody>
      </p:sp>
      <p:sp>
        <p:nvSpPr>
          <p:cNvPr id="697" name="Google Shape;697;p64"/>
          <p:cNvSpPr txBox="1"/>
          <p:nvPr>
            <p:ph type="title"/>
          </p:nvPr>
        </p:nvSpPr>
        <p:spPr>
          <a:xfrm>
            <a:off x="228600" y="613525"/>
            <a:ext cx="3922500" cy="4062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lang="en"/>
              <a:t>We use AI Responsibly</a:t>
            </a:r>
            <a:endParaRPr/>
          </a:p>
        </p:txBody>
      </p:sp>
      <p:sp>
        <p:nvSpPr>
          <p:cNvPr id="698" name="Google Shape;698;p64"/>
          <p:cNvSpPr txBox="1"/>
          <p:nvPr>
            <p:ph idx="2" type="subTitle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lang="en"/>
              <a:t>Codigo Facilito</a:t>
            </a:r>
            <a:endParaRPr/>
          </a:p>
        </p:txBody>
      </p:sp>
      <p:sp>
        <p:nvSpPr>
          <p:cNvPr id="699" name="Google Shape;699;p64"/>
          <p:cNvSpPr txBox="1"/>
          <p:nvPr>
            <p:ph idx="3" type="subTitle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November</a:t>
            </a:r>
            <a:endParaRPr/>
          </a:p>
        </p:txBody>
      </p:sp>
      <p:sp>
        <p:nvSpPr>
          <p:cNvPr id="700" name="Google Shape;700;p64"/>
          <p:cNvSpPr txBox="1"/>
          <p:nvPr>
            <p:ph idx="4" type="subTitle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lang="en"/>
              <a:t>2025</a:t>
            </a:r>
            <a:endParaRPr/>
          </a:p>
        </p:txBody>
      </p:sp>
      <p:sp>
        <p:nvSpPr>
          <p:cNvPr id="701" name="Google Shape;701;p64"/>
          <p:cNvSpPr txBox="1"/>
          <p:nvPr>
            <p:ph idx="8" type="body"/>
          </p:nvPr>
        </p:nvSpPr>
        <p:spPr>
          <a:xfrm>
            <a:off x="223838" y="1901825"/>
            <a:ext cx="2665200" cy="677400"/>
          </a:xfrm>
          <a:prstGeom prst="rect">
            <a:avLst/>
          </a:prstGeom>
        </p:spPr>
        <p:txBody>
          <a:bodyPr anchorCtr="0" anchor="b" bIns="91425" lIns="0" spcFirstLastPara="1" rIns="91425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400"/>
              <a:t>Fairness</a:t>
            </a:r>
            <a:endParaRPr b="1" sz="14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ADADAD"/>
                </a:solidFill>
                <a:latin typeface="Arial"/>
                <a:ea typeface="Arial"/>
                <a:cs typeface="Arial"/>
                <a:sym typeface="Arial"/>
              </a:rPr>
              <a:t>Agents provide neutral explanations free from political or ideological bias.</a:t>
            </a:r>
            <a:endParaRPr/>
          </a:p>
        </p:txBody>
      </p:sp>
      <p:sp>
        <p:nvSpPr>
          <p:cNvPr id="702" name="Google Shape;702;p64"/>
          <p:cNvSpPr txBox="1"/>
          <p:nvPr>
            <p:ph idx="9" type="body"/>
          </p:nvPr>
        </p:nvSpPr>
        <p:spPr>
          <a:xfrm>
            <a:off x="6015125" y="1901825"/>
            <a:ext cx="2604600" cy="861900"/>
          </a:xfrm>
          <a:prstGeom prst="rect">
            <a:avLst/>
          </a:prstGeom>
        </p:spPr>
        <p:txBody>
          <a:bodyPr anchorCtr="0" anchor="b" bIns="91425" lIns="0" spcFirstLastPara="1" rIns="91425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400"/>
              <a:t>Privacy and security</a:t>
            </a:r>
            <a:endParaRPr b="1" sz="14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rgbClr val="ADADAD"/>
                </a:solidFill>
                <a:latin typeface="Arial"/>
                <a:ea typeface="Arial"/>
                <a:cs typeface="Arial"/>
                <a:sym typeface="Arial"/>
              </a:rPr>
              <a:t>We collect only the minimum required data, and notifications operate under explicit user consent.</a:t>
            </a:r>
            <a:endParaRPr/>
          </a:p>
        </p:txBody>
      </p:sp>
      <p:sp>
        <p:nvSpPr>
          <p:cNvPr id="703" name="Google Shape;703;p64"/>
          <p:cNvSpPr txBox="1"/>
          <p:nvPr>
            <p:ph idx="13" type="body"/>
          </p:nvPr>
        </p:nvSpPr>
        <p:spPr>
          <a:xfrm>
            <a:off x="3106073" y="1901825"/>
            <a:ext cx="2665200" cy="677400"/>
          </a:xfrm>
          <a:prstGeom prst="rect">
            <a:avLst/>
          </a:prstGeom>
        </p:spPr>
        <p:txBody>
          <a:bodyPr anchorCtr="0" anchor="b" bIns="91425" lIns="0" spcFirstLastPara="1" rIns="91425" wrap="square" tIns="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400">
                <a:solidFill>
                  <a:schemeClr val="dk2"/>
                </a:solidFill>
              </a:rPr>
              <a:t>Reliability and safety</a:t>
            </a:r>
            <a:endParaRPr b="1" sz="14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lang="en">
                <a:solidFill>
                  <a:srgbClr val="ADADAD"/>
                </a:solidFill>
                <a:latin typeface="Arial"/>
                <a:ea typeface="Arial"/>
                <a:cs typeface="Arial"/>
                <a:sym typeface="Arial"/>
              </a:rPr>
              <a:t>All responses rely on verified government sources through RAG.</a:t>
            </a:r>
            <a:endParaRPr>
              <a:solidFill>
                <a:schemeClr val="dk2"/>
              </a:solidFill>
              <a:latin typeface="Urbanist Medium"/>
              <a:ea typeface="Urbanist Medium"/>
              <a:cs typeface="Urbanist Medium"/>
              <a:sym typeface="Urbanist Medium"/>
            </a:endParaRPr>
          </a:p>
        </p:txBody>
      </p:sp>
      <p:cxnSp>
        <p:nvCxnSpPr>
          <p:cNvPr id="704" name="Google Shape;704;p64"/>
          <p:cNvCxnSpPr/>
          <p:nvPr/>
        </p:nvCxnSpPr>
        <p:spPr>
          <a:xfrm>
            <a:off x="2956159" y="3124950"/>
            <a:ext cx="0" cy="16512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05" name="Google Shape;705;p64"/>
          <p:cNvCxnSpPr/>
          <p:nvPr/>
        </p:nvCxnSpPr>
        <p:spPr>
          <a:xfrm>
            <a:off x="134400" y="3124950"/>
            <a:ext cx="86769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06" name="Google Shape;706;p64"/>
          <p:cNvCxnSpPr/>
          <p:nvPr/>
        </p:nvCxnSpPr>
        <p:spPr>
          <a:xfrm>
            <a:off x="5885131" y="3124950"/>
            <a:ext cx="0" cy="16512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707" name="Google Shape;707;p64"/>
          <p:cNvGrpSpPr/>
          <p:nvPr/>
        </p:nvGrpSpPr>
        <p:grpSpPr>
          <a:xfrm>
            <a:off x="2594228" y="3288344"/>
            <a:ext cx="204654" cy="201171"/>
            <a:chOff x="259788" y="1923155"/>
            <a:chExt cx="409800" cy="409800"/>
          </a:xfrm>
        </p:grpSpPr>
        <p:sp>
          <p:nvSpPr>
            <p:cNvPr id="708" name="Google Shape;708;p64"/>
            <p:cNvSpPr/>
            <p:nvPr/>
          </p:nvSpPr>
          <p:spPr>
            <a:xfrm>
              <a:off x="259788" y="1923155"/>
              <a:ext cx="409800" cy="409800"/>
            </a:xfrm>
            <a:prstGeom prst="ellipse">
              <a:avLst/>
            </a:prstGeom>
            <a:noFill/>
            <a:ln cap="flat" cmpd="sng" w="952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endParaRPr>
            </a:p>
          </p:txBody>
        </p:sp>
        <p:grpSp>
          <p:nvGrpSpPr>
            <p:cNvPr id="709" name="Google Shape;709;p64"/>
            <p:cNvGrpSpPr/>
            <p:nvPr/>
          </p:nvGrpSpPr>
          <p:grpSpPr>
            <a:xfrm>
              <a:off x="362088" y="2093825"/>
              <a:ext cx="205200" cy="102600"/>
              <a:chOff x="498725" y="2069800"/>
              <a:chExt cx="205200" cy="102600"/>
            </a:xfrm>
          </p:grpSpPr>
          <p:cxnSp>
            <p:nvCxnSpPr>
              <p:cNvPr id="710" name="Google Shape;710;p64"/>
              <p:cNvCxnSpPr/>
              <p:nvPr/>
            </p:nvCxnSpPr>
            <p:spPr>
              <a:xfrm>
                <a:off x="498725" y="2069800"/>
                <a:ext cx="102600" cy="1026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3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711" name="Google Shape;711;p64"/>
              <p:cNvCxnSpPr/>
              <p:nvPr/>
            </p:nvCxnSpPr>
            <p:spPr>
              <a:xfrm flipH="1">
                <a:off x="601325" y="2069800"/>
                <a:ext cx="102600" cy="1026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3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</p:grpSp>
      <p:grpSp>
        <p:nvGrpSpPr>
          <p:cNvPr id="712" name="Google Shape;712;p64"/>
          <p:cNvGrpSpPr/>
          <p:nvPr/>
        </p:nvGrpSpPr>
        <p:grpSpPr>
          <a:xfrm>
            <a:off x="5513975" y="3288344"/>
            <a:ext cx="204654" cy="201171"/>
            <a:chOff x="259788" y="1923155"/>
            <a:chExt cx="409800" cy="409800"/>
          </a:xfrm>
        </p:grpSpPr>
        <p:sp>
          <p:nvSpPr>
            <p:cNvPr id="713" name="Google Shape;713;p64"/>
            <p:cNvSpPr/>
            <p:nvPr/>
          </p:nvSpPr>
          <p:spPr>
            <a:xfrm>
              <a:off x="259788" y="1923155"/>
              <a:ext cx="409800" cy="409800"/>
            </a:xfrm>
            <a:prstGeom prst="ellipse">
              <a:avLst/>
            </a:prstGeom>
            <a:noFill/>
            <a:ln cap="flat" cmpd="sng" w="952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endParaRPr>
            </a:p>
          </p:txBody>
        </p:sp>
        <p:grpSp>
          <p:nvGrpSpPr>
            <p:cNvPr id="714" name="Google Shape;714;p64"/>
            <p:cNvGrpSpPr/>
            <p:nvPr/>
          </p:nvGrpSpPr>
          <p:grpSpPr>
            <a:xfrm>
              <a:off x="362088" y="2093825"/>
              <a:ext cx="205200" cy="102600"/>
              <a:chOff x="498725" y="2069800"/>
              <a:chExt cx="205200" cy="102600"/>
            </a:xfrm>
          </p:grpSpPr>
          <p:cxnSp>
            <p:nvCxnSpPr>
              <p:cNvPr id="715" name="Google Shape;715;p64"/>
              <p:cNvCxnSpPr/>
              <p:nvPr/>
            </p:nvCxnSpPr>
            <p:spPr>
              <a:xfrm>
                <a:off x="498725" y="2069800"/>
                <a:ext cx="102600" cy="1026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3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716" name="Google Shape;716;p64"/>
              <p:cNvCxnSpPr/>
              <p:nvPr/>
            </p:nvCxnSpPr>
            <p:spPr>
              <a:xfrm flipH="1">
                <a:off x="601325" y="2069800"/>
                <a:ext cx="102600" cy="1026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3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</p:grpSp>
      <p:grpSp>
        <p:nvGrpSpPr>
          <p:cNvPr id="717" name="Google Shape;717;p64"/>
          <p:cNvGrpSpPr/>
          <p:nvPr/>
        </p:nvGrpSpPr>
        <p:grpSpPr>
          <a:xfrm>
            <a:off x="8606646" y="3288344"/>
            <a:ext cx="204654" cy="201171"/>
            <a:chOff x="259788" y="1923155"/>
            <a:chExt cx="409800" cy="409800"/>
          </a:xfrm>
        </p:grpSpPr>
        <p:sp>
          <p:nvSpPr>
            <p:cNvPr id="718" name="Google Shape;718;p64"/>
            <p:cNvSpPr/>
            <p:nvPr/>
          </p:nvSpPr>
          <p:spPr>
            <a:xfrm>
              <a:off x="259788" y="1923155"/>
              <a:ext cx="409800" cy="409800"/>
            </a:xfrm>
            <a:prstGeom prst="ellipse">
              <a:avLst/>
            </a:prstGeom>
            <a:noFill/>
            <a:ln cap="flat" cmpd="sng" w="952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endParaRPr>
            </a:p>
          </p:txBody>
        </p:sp>
        <p:grpSp>
          <p:nvGrpSpPr>
            <p:cNvPr id="719" name="Google Shape;719;p64"/>
            <p:cNvGrpSpPr/>
            <p:nvPr/>
          </p:nvGrpSpPr>
          <p:grpSpPr>
            <a:xfrm>
              <a:off x="362088" y="2093825"/>
              <a:ext cx="205200" cy="102600"/>
              <a:chOff x="498725" y="2069800"/>
              <a:chExt cx="205200" cy="102600"/>
            </a:xfrm>
          </p:grpSpPr>
          <p:cxnSp>
            <p:nvCxnSpPr>
              <p:cNvPr id="720" name="Google Shape;720;p64"/>
              <p:cNvCxnSpPr/>
              <p:nvPr/>
            </p:nvCxnSpPr>
            <p:spPr>
              <a:xfrm>
                <a:off x="498725" y="2069800"/>
                <a:ext cx="102600" cy="1026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3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721" name="Google Shape;721;p64"/>
              <p:cNvCxnSpPr/>
              <p:nvPr/>
            </p:nvCxnSpPr>
            <p:spPr>
              <a:xfrm flipH="1">
                <a:off x="601325" y="2069800"/>
                <a:ext cx="102600" cy="1026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3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</p:grpSp>
      <p:sp>
        <p:nvSpPr>
          <p:cNvPr id="722" name="Google Shape;722;p64"/>
          <p:cNvSpPr txBox="1"/>
          <p:nvPr>
            <p:ph idx="8" type="body"/>
          </p:nvPr>
        </p:nvSpPr>
        <p:spPr>
          <a:xfrm>
            <a:off x="223838" y="3652925"/>
            <a:ext cx="2555400" cy="1046700"/>
          </a:xfrm>
          <a:prstGeom prst="rect">
            <a:avLst/>
          </a:prstGeom>
        </p:spPr>
        <p:txBody>
          <a:bodyPr anchorCtr="0" anchor="b" bIns="91425" lIns="0" spcFirstLastPara="1" rIns="91425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400"/>
              <a:t>Inclusiveness</a:t>
            </a:r>
            <a:endParaRPr b="1" sz="14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rgbClr val="ADADAD"/>
                </a:solidFill>
                <a:latin typeface="Arial"/>
                <a:ea typeface="Arial"/>
                <a:cs typeface="Arial"/>
                <a:sym typeface="Arial"/>
              </a:rPr>
              <a:t>T</a:t>
            </a:r>
            <a:r>
              <a:rPr lang="en">
                <a:solidFill>
                  <a:srgbClr val="ADADAD"/>
                </a:solidFill>
                <a:latin typeface="Arial"/>
                <a:ea typeface="Arial"/>
                <a:cs typeface="Arial"/>
                <a:sym typeface="Arial"/>
              </a:rPr>
              <a:t>ranslation, multilingual support, and Text-to-Speech ensure access for all users.</a:t>
            </a:r>
            <a:endParaRPr sz="1100">
              <a:solidFill>
                <a:srgbClr val="ADADAD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3" name="Google Shape;723;p64"/>
          <p:cNvSpPr txBox="1"/>
          <p:nvPr>
            <p:ph idx="9" type="body"/>
          </p:nvPr>
        </p:nvSpPr>
        <p:spPr>
          <a:xfrm>
            <a:off x="6015125" y="3652925"/>
            <a:ext cx="2920800" cy="861900"/>
          </a:xfrm>
          <a:prstGeom prst="rect">
            <a:avLst/>
          </a:prstGeom>
        </p:spPr>
        <p:txBody>
          <a:bodyPr anchorCtr="0" anchor="b" bIns="91425" lIns="0" spcFirstLastPara="1" rIns="91425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400"/>
              <a:t>Accountability</a:t>
            </a:r>
            <a:endParaRPr b="1" sz="14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ADADAD"/>
                </a:solidFill>
                <a:latin typeface="Arial"/>
                <a:ea typeface="Arial"/>
                <a:cs typeface="Arial"/>
                <a:sym typeface="Arial"/>
              </a:rPr>
              <a:t>The Moderation Agent logs key decisions and enforces clear rules to maintain a safe and auditable environment.</a:t>
            </a:r>
            <a:r>
              <a:rPr lang="en"/>
              <a:t> </a:t>
            </a:r>
            <a:endParaRPr/>
          </a:p>
        </p:txBody>
      </p:sp>
      <p:sp>
        <p:nvSpPr>
          <p:cNvPr id="724" name="Google Shape;724;p64"/>
          <p:cNvSpPr txBox="1"/>
          <p:nvPr>
            <p:ph idx="13" type="body"/>
          </p:nvPr>
        </p:nvSpPr>
        <p:spPr>
          <a:xfrm>
            <a:off x="3106073" y="3652925"/>
            <a:ext cx="2619900" cy="1046700"/>
          </a:xfrm>
          <a:prstGeom prst="rect">
            <a:avLst/>
          </a:prstGeom>
        </p:spPr>
        <p:txBody>
          <a:bodyPr anchorCtr="0" anchor="b" bIns="91425" lIns="0" spcFirstLastPara="1" rIns="91425" wrap="square" tIns="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400">
                <a:solidFill>
                  <a:schemeClr val="dk2"/>
                </a:solidFill>
              </a:rPr>
              <a:t>Transparency</a:t>
            </a:r>
            <a:endParaRPr b="1" sz="14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lang="en">
                <a:solidFill>
                  <a:srgbClr val="ADADAD"/>
                </a:solidFill>
                <a:latin typeface="Arial"/>
                <a:ea typeface="Arial"/>
                <a:cs typeface="Arial"/>
                <a:sym typeface="Arial"/>
              </a:rPr>
              <a:t>A</a:t>
            </a:r>
            <a:r>
              <a:rPr lang="en">
                <a:solidFill>
                  <a:srgbClr val="ADADAD"/>
                </a:solidFill>
                <a:latin typeface="Arial"/>
                <a:ea typeface="Arial"/>
                <a:cs typeface="Arial"/>
                <a:sym typeface="Arial"/>
              </a:rPr>
              <a:t>nswer indicate the agent involved, whether RAG was used, and citations with sources.</a:t>
            </a:r>
            <a:endParaRPr>
              <a:solidFill>
                <a:schemeClr val="dk2"/>
              </a:solidFill>
              <a:latin typeface="Urbanist Medium"/>
              <a:ea typeface="Urbanist Medium"/>
              <a:cs typeface="Urbanist Medium"/>
              <a:sym typeface="Urbanist Mediu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t/>
            </a:r>
            <a:endParaRPr>
              <a:solidFill>
                <a:schemeClr val="dk2"/>
              </a:solidFill>
              <a:latin typeface="Urbanist Medium"/>
              <a:ea typeface="Urbanist Medium"/>
              <a:cs typeface="Urbanist Medium"/>
              <a:sym typeface="Urbanist Medium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8" name="Shape 7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9" name="Google Shape;729;p65"/>
          <p:cNvSpPr/>
          <p:nvPr/>
        </p:nvSpPr>
        <p:spPr>
          <a:xfrm>
            <a:off x="6080700" y="228600"/>
            <a:ext cx="2834700" cy="2789400"/>
          </a:xfrm>
          <a:prstGeom prst="roundRect">
            <a:avLst>
              <a:gd fmla="val 7655" name="adj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730" name="Google Shape;730;p65"/>
          <p:cNvSpPr/>
          <p:nvPr/>
        </p:nvSpPr>
        <p:spPr>
          <a:xfrm>
            <a:off x="3154650" y="228600"/>
            <a:ext cx="2834700" cy="1354200"/>
          </a:xfrm>
          <a:prstGeom prst="roundRect">
            <a:avLst>
              <a:gd fmla="val 16829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731" name="Google Shape;731;p65"/>
          <p:cNvSpPr/>
          <p:nvPr/>
        </p:nvSpPr>
        <p:spPr>
          <a:xfrm>
            <a:off x="3154650" y="1663707"/>
            <a:ext cx="2834700" cy="1354200"/>
          </a:xfrm>
          <a:prstGeom prst="roundRect">
            <a:avLst>
              <a:gd fmla="val 17863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732" name="Google Shape;732;p65"/>
          <p:cNvSpPr/>
          <p:nvPr/>
        </p:nvSpPr>
        <p:spPr>
          <a:xfrm>
            <a:off x="3154650" y="3098815"/>
            <a:ext cx="2834700" cy="1354200"/>
          </a:xfrm>
          <a:prstGeom prst="roundRect">
            <a:avLst>
              <a:gd fmla="val 16829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733" name="Google Shape;733;p65"/>
          <p:cNvSpPr/>
          <p:nvPr/>
        </p:nvSpPr>
        <p:spPr>
          <a:xfrm>
            <a:off x="6284700" y="938850"/>
            <a:ext cx="1127400" cy="783600"/>
          </a:xfrm>
          <a:prstGeom prst="roundRect">
            <a:avLst>
              <a:gd fmla="val 22285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734" name="Google Shape;734;p65"/>
          <p:cNvSpPr/>
          <p:nvPr/>
        </p:nvSpPr>
        <p:spPr>
          <a:xfrm>
            <a:off x="7503510" y="938850"/>
            <a:ext cx="1127400" cy="783600"/>
          </a:xfrm>
          <a:prstGeom prst="roundRect">
            <a:avLst>
              <a:gd fmla="val 22285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735" name="Google Shape;735;p65"/>
          <p:cNvSpPr/>
          <p:nvPr/>
        </p:nvSpPr>
        <p:spPr>
          <a:xfrm>
            <a:off x="6284700" y="1801500"/>
            <a:ext cx="1127400" cy="783600"/>
          </a:xfrm>
          <a:prstGeom prst="roundRect">
            <a:avLst>
              <a:gd fmla="val 22285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736" name="Google Shape;736;p65"/>
          <p:cNvSpPr/>
          <p:nvPr/>
        </p:nvSpPr>
        <p:spPr>
          <a:xfrm>
            <a:off x="7503510" y="1801500"/>
            <a:ext cx="1127400" cy="783600"/>
          </a:xfrm>
          <a:prstGeom prst="roundRect">
            <a:avLst>
              <a:gd fmla="val 22285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737" name="Google Shape;737;p65"/>
          <p:cNvSpPr/>
          <p:nvPr/>
        </p:nvSpPr>
        <p:spPr>
          <a:xfrm>
            <a:off x="6080700" y="3098825"/>
            <a:ext cx="2834700" cy="1354200"/>
          </a:xfrm>
          <a:prstGeom prst="roundRect">
            <a:avLst>
              <a:gd fmla="val 13866" name="adj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738" name="Google Shape;738;p65"/>
          <p:cNvSpPr txBox="1"/>
          <p:nvPr>
            <p:ph idx="1" type="subTitle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Codigo Facilito</a:t>
            </a:r>
            <a:endParaRPr/>
          </a:p>
        </p:txBody>
      </p:sp>
      <p:sp>
        <p:nvSpPr>
          <p:cNvPr id="739" name="Google Shape;739;p65"/>
          <p:cNvSpPr txBox="1"/>
          <p:nvPr>
            <p:ph idx="2" type="subTitle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November</a:t>
            </a:r>
            <a:endParaRPr/>
          </a:p>
        </p:txBody>
      </p:sp>
      <p:sp>
        <p:nvSpPr>
          <p:cNvPr id="740" name="Google Shape;740;p65"/>
          <p:cNvSpPr txBox="1"/>
          <p:nvPr>
            <p:ph idx="3" type="subTitle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2025</a:t>
            </a:r>
            <a:endParaRPr/>
          </a:p>
        </p:txBody>
      </p:sp>
      <p:sp>
        <p:nvSpPr>
          <p:cNvPr id="741" name="Google Shape;741;p65"/>
          <p:cNvSpPr txBox="1"/>
          <p:nvPr>
            <p:ph idx="4" type="subTitle"/>
          </p:nvPr>
        </p:nvSpPr>
        <p:spPr>
          <a:xfrm>
            <a:off x="6314800" y="458325"/>
            <a:ext cx="2294700" cy="3300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Credentials</a:t>
            </a:r>
            <a:endParaRPr/>
          </a:p>
        </p:txBody>
      </p:sp>
      <p:sp>
        <p:nvSpPr>
          <p:cNvPr id="742" name="Google Shape;742;p65"/>
          <p:cNvSpPr txBox="1"/>
          <p:nvPr>
            <p:ph type="title"/>
          </p:nvPr>
        </p:nvSpPr>
        <p:spPr>
          <a:xfrm>
            <a:off x="237650" y="746900"/>
            <a:ext cx="2700000" cy="19098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 diverse team with a passion for Innovative Solutions</a:t>
            </a:r>
            <a:endParaRPr/>
          </a:p>
        </p:txBody>
      </p:sp>
      <p:sp>
        <p:nvSpPr>
          <p:cNvPr id="743" name="Google Shape;743;p65"/>
          <p:cNvSpPr txBox="1"/>
          <p:nvPr>
            <p:ph idx="5" type="subTitle"/>
          </p:nvPr>
        </p:nvSpPr>
        <p:spPr>
          <a:xfrm>
            <a:off x="229175" y="229175"/>
            <a:ext cx="2834700" cy="3300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Our accomplishments:</a:t>
            </a:r>
            <a:endParaRPr/>
          </a:p>
        </p:txBody>
      </p:sp>
      <p:sp>
        <p:nvSpPr>
          <p:cNvPr id="744" name="Google Shape;744;p65"/>
          <p:cNvSpPr txBox="1"/>
          <p:nvPr>
            <p:ph idx="6" type="subTitle"/>
          </p:nvPr>
        </p:nvSpPr>
        <p:spPr>
          <a:xfrm>
            <a:off x="3437500" y="1215125"/>
            <a:ext cx="2294700" cy="168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Arial"/>
                <a:ea typeface="Arial"/>
                <a:cs typeface="Arial"/>
                <a:sym typeface="Arial"/>
              </a:rPr>
              <a:t>Mentored by MVP Carly Chavez</a:t>
            </a:r>
            <a:endParaRPr sz="10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5" name="Google Shape;745;p65"/>
          <p:cNvSpPr txBox="1"/>
          <p:nvPr>
            <p:ph idx="7" type="title"/>
          </p:nvPr>
        </p:nvSpPr>
        <p:spPr>
          <a:xfrm>
            <a:off x="3492938" y="1801507"/>
            <a:ext cx="1924200" cy="951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5</a:t>
            </a:r>
            <a:endParaRPr/>
          </a:p>
        </p:txBody>
      </p:sp>
      <p:sp>
        <p:nvSpPr>
          <p:cNvPr id="746" name="Google Shape;746;p65"/>
          <p:cNvSpPr txBox="1"/>
          <p:nvPr>
            <p:ph idx="9" type="subTitle"/>
          </p:nvPr>
        </p:nvSpPr>
        <p:spPr>
          <a:xfrm>
            <a:off x="3539697" y="2656814"/>
            <a:ext cx="2120400" cy="168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Arial"/>
                <a:ea typeface="Arial"/>
                <a:cs typeface="Arial"/>
                <a:sym typeface="Arial"/>
              </a:rPr>
              <a:t>Team</a:t>
            </a:r>
            <a:endParaRPr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7" name="Google Shape;747;p65"/>
          <p:cNvSpPr txBox="1"/>
          <p:nvPr>
            <p:ph idx="7" type="title"/>
          </p:nvPr>
        </p:nvSpPr>
        <p:spPr>
          <a:xfrm>
            <a:off x="3492953" y="3238750"/>
            <a:ext cx="2294700" cy="951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200+</a:t>
            </a:r>
            <a:endParaRPr/>
          </a:p>
        </p:txBody>
      </p:sp>
      <p:sp>
        <p:nvSpPr>
          <p:cNvPr id="748" name="Google Shape;748;p65"/>
          <p:cNvSpPr txBox="1"/>
          <p:nvPr>
            <p:ph idx="9" type="subTitle"/>
          </p:nvPr>
        </p:nvSpPr>
        <p:spPr>
          <a:xfrm>
            <a:off x="3539697" y="4094052"/>
            <a:ext cx="2120400" cy="168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Arial"/>
                <a:ea typeface="Arial"/>
                <a:cs typeface="Arial"/>
                <a:sym typeface="Arial"/>
              </a:rPr>
              <a:t>Hours of Training</a:t>
            </a:r>
            <a:endParaRPr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749" name="Google Shape;749;p65"/>
          <p:cNvPicPr preferRelativeResize="0"/>
          <p:nvPr/>
        </p:nvPicPr>
        <p:blipFill rotWithShape="1">
          <a:blip r:embed="rId3">
            <a:alphaModFix/>
          </a:blip>
          <a:srcRect b="8949" l="-102860" r="102860" t="-8950"/>
          <a:stretch/>
        </p:blipFill>
        <p:spPr>
          <a:xfrm>
            <a:off x="152400" y="2253500"/>
            <a:ext cx="1485900" cy="1552575"/>
          </a:xfrm>
          <a:prstGeom prst="rect">
            <a:avLst/>
          </a:prstGeom>
          <a:noFill/>
          <a:ln>
            <a:noFill/>
          </a:ln>
        </p:spPr>
      </p:pic>
      <p:sp>
        <p:nvSpPr>
          <p:cNvPr id="750" name="Google Shape;750;p65"/>
          <p:cNvSpPr txBox="1"/>
          <p:nvPr/>
        </p:nvSpPr>
        <p:spPr>
          <a:xfrm>
            <a:off x="6284700" y="933313"/>
            <a:ext cx="11274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lt1"/>
                </a:solidFill>
              </a:rPr>
              <a:t>DP-100</a:t>
            </a:r>
            <a:endParaRPr sz="1000">
              <a:solidFill>
                <a:schemeClr val="lt1"/>
              </a:solidFill>
            </a:endParaRPr>
          </a:p>
        </p:txBody>
      </p:sp>
      <p:sp>
        <p:nvSpPr>
          <p:cNvPr id="751" name="Google Shape;751;p65"/>
          <p:cNvSpPr txBox="1"/>
          <p:nvPr/>
        </p:nvSpPr>
        <p:spPr>
          <a:xfrm>
            <a:off x="6284700" y="1235363"/>
            <a:ext cx="11274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ADADAD"/>
                </a:solidFill>
              </a:rPr>
              <a:t>Data Scientist </a:t>
            </a:r>
            <a:endParaRPr sz="1000">
              <a:solidFill>
                <a:srgbClr val="ADADAD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ADADAD"/>
                </a:solidFill>
              </a:rPr>
              <a:t>Associate</a:t>
            </a:r>
            <a:endParaRPr sz="1000">
              <a:solidFill>
                <a:srgbClr val="ADADAD"/>
              </a:solidFill>
            </a:endParaRPr>
          </a:p>
        </p:txBody>
      </p:sp>
      <p:sp>
        <p:nvSpPr>
          <p:cNvPr id="752" name="Google Shape;752;p65"/>
          <p:cNvSpPr txBox="1"/>
          <p:nvPr/>
        </p:nvSpPr>
        <p:spPr>
          <a:xfrm>
            <a:off x="7503500" y="933313"/>
            <a:ext cx="11274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lt1"/>
                </a:solidFill>
              </a:rPr>
              <a:t>AI-102</a:t>
            </a:r>
            <a:endParaRPr sz="1000">
              <a:solidFill>
                <a:schemeClr val="lt1"/>
              </a:solidFill>
            </a:endParaRPr>
          </a:p>
        </p:txBody>
      </p:sp>
      <p:sp>
        <p:nvSpPr>
          <p:cNvPr id="753" name="Google Shape;753;p65"/>
          <p:cNvSpPr txBox="1"/>
          <p:nvPr/>
        </p:nvSpPr>
        <p:spPr>
          <a:xfrm>
            <a:off x="7503500" y="1235363"/>
            <a:ext cx="11274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ADADAD"/>
                </a:solidFill>
              </a:rPr>
              <a:t>AI Engineer</a:t>
            </a:r>
            <a:endParaRPr sz="1000">
              <a:solidFill>
                <a:srgbClr val="ADADAD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ADADAD"/>
                </a:solidFill>
              </a:rPr>
              <a:t>Associate</a:t>
            </a:r>
            <a:endParaRPr sz="1000">
              <a:solidFill>
                <a:srgbClr val="ADADAD"/>
              </a:solidFill>
            </a:endParaRPr>
          </a:p>
        </p:txBody>
      </p:sp>
      <p:sp>
        <p:nvSpPr>
          <p:cNvPr id="754" name="Google Shape;754;p65"/>
          <p:cNvSpPr txBox="1"/>
          <p:nvPr/>
        </p:nvSpPr>
        <p:spPr>
          <a:xfrm>
            <a:off x="6314800" y="1803388"/>
            <a:ext cx="11274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lt1"/>
                </a:solidFill>
              </a:rPr>
              <a:t>PL-900</a:t>
            </a:r>
            <a:endParaRPr sz="1000">
              <a:solidFill>
                <a:schemeClr val="lt1"/>
              </a:solidFill>
            </a:endParaRPr>
          </a:p>
        </p:txBody>
      </p:sp>
      <p:sp>
        <p:nvSpPr>
          <p:cNvPr id="755" name="Google Shape;755;p65"/>
          <p:cNvSpPr txBox="1"/>
          <p:nvPr/>
        </p:nvSpPr>
        <p:spPr>
          <a:xfrm>
            <a:off x="6314800" y="2105438"/>
            <a:ext cx="11274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ADADAD"/>
                </a:solidFill>
              </a:rPr>
              <a:t>Power Platform Fundamentals</a:t>
            </a:r>
            <a:endParaRPr sz="1000">
              <a:solidFill>
                <a:srgbClr val="ADADAD"/>
              </a:solidFill>
            </a:endParaRPr>
          </a:p>
        </p:txBody>
      </p:sp>
      <p:sp>
        <p:nvSpPr>
          <p:cNvPr id="756" name="Google Shape;756;p65"/>
          <p:cNvSpPr txBox="1"/>
          <p:nvPr/>
        </p:nvSpPr>
        <p:spPr>
          <a:xfrm>
            <a:off x="7505700" y="1803388"/>
            <a:ext cx="11274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lt1"/>
                </a:solidFill>
              </a:rPr>
              <a:t>DP</a:t>
            </a:r>
            <a:r>
              <a:rPr lang="en" sz="1200">
                <a:solidFill>
                  <a:schemeClr val="lt1"/>
                </a:solidFill>
              </a:rPr>
              <a:t>-900</a:t>
            </a:r>
            <a:endParaRPr sz="1000">
              <a:solidFill>
                <a:schemeClr val="lt1"/>
              </a:solidFill>
            </a:endParaRPr>
          </a:p>
        </p:txBody>
      </p:sp>
      <p:sp>
        <p:nvSpPr>
          <p:cNvPr id="757" name="Google Shape;757;p65"/>
          <p:cNvSpPr txBox="1"/>
          <p:nvPr/>
        </p:nvSpPr>
        <p:spPr>
          <a:xfrm>
            <a:off x="7505700" y="2105438"/>
            <a:ext cx="11274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ADADAD"/>
                </a:solidFill>
              </a:rPr>
              <a:t>Azure Data Fundamentals</a:t>
            </a:r>
            <a:endParaRPr sz="1000">
              <a:solidFill>
                <a:srgbClr val="ADADAD"/>
              </a:solidFill>
            </a:endParaRPr>
          </a:p>
        </p:txBody>
      </p:sp>
      <p:sp>
        <p:nvSpPr>
          <p:cNvPr id="758" name="Google Shape;758;p65"/>
          <p:cNvSpPr txBox="1"/>
          <p:nvPr/>
        </p:nvSpPr>
        <p:spPr>
          <a:xfrm>
            <a:off x="6250350" y="3187763"/>
            <a:ext cx="11274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lt1"/>
                </a:solidFill>
              </a:rPr>
              <a:t>Applied Skills</a:t>
            </a:r>
            <a:endParaRPr sz="1000">
              <a:solidFill>
                <a:schemeClr val="lt1"/>
              </a:solidFill>
            </a:endParaRPr>
          </a:p>
        </p:txBody>
      </p:sp>
      <p:sp>
        <p:nvSpPr>
          <p:cNvPr id="759" name="Google Shape;759;p65"/>
          <p:cNvSpPr txBox="1"/>
          <p:nvPr/>
        </p:nvSpPr>
        <p:spPr>
          <a:xfrm>
            <a:off x="6314800" y="3604550"/>
            <a:ext cx="22947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ADADAD"/>
                </a:solidFill>
              </a:rPr>
              <a:t>Azure Services, Storage, </a:t>
            </a:r>
            <a:endParaRPr sz="1000">
              <a:solidFill>
                <a:srgbClr val="ADADAD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ADADAD"/>
                </a:solidFill>
              </a:rPr>
              <a:t>Agent Orchestration, RAG</a:t>
            </a:r>
            <a:endParaRPr sz="1000">
              <a:solidFill>
                <a:srgbClr val="ADADAD"/>
              </a:solidFill>
            </a:endParaRPr>
          </a:p>
        </p:txBody>
      </p:sp>
      <p:pic>
        <p:nvPicPr>
          <p:cNvPr id="760" name="Google Shape;760;p65"/>
          <p:cNvPicPr preferRelativeResize="0"/>
          <p:nvPr/>
        </p:nvPicPr>
        <p:blipFill>
          <a:blip r:embed="rId4">
            <a:alphaModFix amt="82000"/>
          </a:blip>
          <a:stretch>
            <a:fillRect/>
          </a:stretch>
        </p:blipFill>
        <p:spPr>
          <a:xfrm>
            <a:off x="3437500" y="377025"/>
            <a:ext cx="489276" cy="492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4" name="Shape 7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5" name="Google Shape;765;p66"/>
          <p:cNvSpPr/>
          <p:nvPr/>
        </p:nvSpPr>
        <p:spPr>
          <a:xfrm>
            <a:off x="5396700" y="2566800"/>
            <a:ext cx="2834700" cy="1354200"/>
          </a:xfrm>
          <a:prstGeom prst="roundRect">
            <a:avLst>
              <a:gd fmla="val 13866" name="adj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766" name="Google Shape;766;p66"/>
          <p:cNvSpPr txBox="1"/>
          <p:nvPr>
            <p:ph idx="1" type="subTitle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Codigo Facilito</a:t>
            </a:r>
            <a:endParaRPr/>
          </a:p>
        </p:txBody>
      </p:sp>
      <p:sp>
        <p:nvSpPr>
          <p:cNvPr id="767" name="Google Shape;767;p66"/>
          <p:cNvSpPr txBox="1"/>
          <p:nvPr>
            <p:ph idx="2" type="subTitle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November</a:t>
            </a:r>
            <a:endParaRPr/>
          </a:p>
        </p:txBody>
      </p:sp>
      <p:sp>
        <p:nvSpPr>
          <p:cNvPr id="768" name="Google Shape;768;p66"/>
          <p:cNvSpPr txBox="1"/>
          <p:nvPr>
            <p:ph idx="3" type="subTitle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2025</a:t>
            </a:r>
            <a:endParaRPr/>
          </a:p>
        </p:txBody>
      </p:sp>
      <p:sp>
        <p:nvSpPr>
          <p:cNvPr id="769" name="Google Shape;769;p66"/>
          <p:cNvSpPr txBox="1"/>
          <p:nvPr>
            <p:ph idx="5" type="subTitle"/>
          </p:nvPr>
        </p:nvSpPr>
        <p:spPr>
          <a:xfrm>
            <a:off x="229175" y="229175"/>
            <a:ext cx="2834700" cy="3300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Code Repository: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0" name="Google Shape;770;p66"/>
          <p:cNvSpPr txBox="1"/>
          <p:nvPr>
            <p:ph idx="14" type="subTitle"/>
          </p:nvPr>
        </p:nvSpPr>
        <p:spPr>
          <a:xfrm>
            <a:off x="691950" y="1140300"/>
            <a:ext cx="3463500" cy="14265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4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“In proportion as the structure of a Government gives force to public opinion, it is essential that public opinion should be enlightened.</a:t>
            </a:r>
            <a:r>
              <a:rPr i="1" lang="en" sz="14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” </a:t>
            </a:r>
            <a:endParaRPr i="1" sz="140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400">
              <a:solidFill>
                <a:srgbClr val="ADADAD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ADADAD"/>
                </a:solidFill>
                <a:latin typeface="Arial"/>
                <a:ea typeface="Arial"/>
                <a:cs typeface="Arial"/>
                <a:sym typeface="Arial"/>
              </a:rPr>
              <a:t>George Washington, </a:t>
            </a:r>
            <a:endParaRPr b="1">
              <a:solidFill>
                <a:srgbClr val="ADADAD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ADADAD"/>
                </a:solidFill>
                <a:latin typeface="Arial"/>
                <a:ea typeface="Arial"/>
                <a:cs typeface="Arial"/>
                <a:sym typeface="Arial"/>
              </a:rPr>
              <a:t>Farewell Address (1796)</a:t>
            </a:r>
            <a:endParaRPr b="1">
              <a:solidFill>
                <a:srgbClr val="ADADAD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1" sz="1400">
              <a:solidFill>
                <a:srgbClr val="ADADA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1" name="Google Shape;771;p66"/>
          <p:cNvSpPr txBox="1"/>
          <p:nvPr>
            <p:ph idx="15" type="subTitle"/>
          </p:nvPr>
        </p:nvSpPr>
        <p:spPr>
          <a:xfrm>
            <a:off x="5532125" y="2790180"/>
            <a:ext cx="2478300" cy="3300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hlinkClick r:id="rId3"/>
              </a:rPr>
              <a:t>GitHub</a:t>
            </a:r>
            <a:endParaRPr u="none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5" name="Shape 7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6" name="Google Shape;776;p67"/>
          <p:cNvSpPr txBox="1"/>
          <p:nvPr>
            <p:ph idx="3" type="subTitle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November</a:t>
            </a:r>
            <a:endParaRPr/>
          </a:p>
        </p:txBody>
      </p:sp>
      <p:sp>
        <p:nvSpPr>
          <p:cNvPr id="777" name="Google Shape;777;p67"/>
          <p:cNvSpPr txBox="1"/>
          <p:nvPr>
            <p:ph idx="4" type="subTitle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2025</a:t>
            </a:r>
            <a:endParaRPr/>
          </a:p>
        </p:txBody>
      </p:sp>
      <p:sp>
        <p:nvSpPr>
          <p:cNvPr id="778" name="Google Shape;778;p67"/>
          <p:cNvSpPr txBox="1"/>
          <p:nvPr>
            <p:ph type="title"/>
          </p:nvPr>
        </p:nvSpPr>
        <p:spPr>
          <a:xfrm>
            <a:off x="228600" y="290450"/>
            <a:ext cx="3655800" cy="8127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</a:rPr>
              <a:t>Thank you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779" name="Google Shape;779;p67"/>
          <p:cNvSpPr/>
          <p:nvPr/>
        </p:nvSpPr>
        <p:spPr>
          <a:xfrm>
            <a:off x="228600" y="3299625"/>
            <a:ext cx="847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0" name="Google Shape;780;p67"/>
          <p:cNvSpPr/>
          <p:nvPr/>
        </p:nvSpPr>
        <p:spPr>
          <a:xfrm>
            <a:off x="6080700" y="2888275"/>
            <a:ext cx="2835000" cy="1564500"/>
          </a:xfrm>
          <a:prstGeom prst="roundRect">
            <a:avLst>
              <a:gd fmla="val 12302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781" name="Google Shape;781;p67"/>
          <p:cNvSpPr txBox="1"/>
          <p:nvPr/>
        </p:nvSpPr>
        <p:spPr>
          <a:xfrm>
            <a:off x="6309300" y="3096325"/>
            <a:ext cx="2599200" cy="1148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18287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Stay in touch</a:t>
            </a:r>
            <a:endParaRPr sz="1800">
              <a:solidFill>
                <a:schemeClr val="accent3"/>
              </a:solidFill>
              <a:latin typeface="Urbanist Medium"/>
              <a:ea typeface="Urbanist Medium"/>
              <a:cs typeface="Urbanist Medium"/>
              <a:sym typeface="Urbanist Medium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t/>
            </a:r>
            <a:endParaRPr sz="1600">
              <a:solidFill>
                <a:srgbClr val="ADADAD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lang="en" sz="1200">
                <a:solidFill>
                  <a:srgbClr val="ADADAD"/>
                </a:solidFill>
              </a:rPr>
              <a:t>https://codigofacilito.com</a:t>
            </a:r>
            <a:endParaRPr sz="1200">
              <a:solidFill>
                <a:srgbClr val="ADADAD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0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782" name="Google Shape;782;p67"/>
          <p:cNvSpPr txBox="1"/>
          <p:nvPr>
            <p:ph idx="2" type="subTitle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Codigo Facilito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Dark Particles">
  <a:themeElements>
    <a:clrScheme name="Simple Light">
      <a:dk1>
        <a:srgbClr val="000000"/>
      </a:dk1>
      <a:lt1>
        <a:srgbClr val="FFFFFF"/>
      </a:lt1>
      <a:dk2>
        <a:srgbClr val="F5F5F5"/>
      </a:dk2>
      <a:lt2>
        <a:srgbClr val="323232"/>
      </a:lt2>
      <a:accent1>
        <a:srgbClr val="434343"/>
      </a:accent1>
      <a:accent2>
        <a:srgbClr val="252525"/>
      </a:accent2>
      <a:accent3>
        <a:srgbClr val="DEFF9A"/>
      </a:accent3>
      <a:accent4>
        <a:srgbClr val="DAFFDE"/>
      </a:accent4>
      <a:accent5>
        <a:srgbClr val="4CDC8B"/>
      </a:accent5>
      <a:accent6>
        <a:srgbClr val="4C7FDC"/>
      </a:accent6>
      <a:hlink>
        <a:srgbClr val="181818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